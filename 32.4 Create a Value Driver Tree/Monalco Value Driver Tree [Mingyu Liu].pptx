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embeddedFontLst>
    <p:embeddedFont>
      <p:font typeface="Quattrocento Sans" panose="020B0502050000020003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E51F7-9E68-416A-B3C5-54511BBB6572}" v="20" dt="2024-08-01T19:29:24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22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gyu Liu" userId="19f664cf-9b7b-47f9-b3d3-9c1f9bb0ccc5" providerId="ADAL" clId="{7C9E51F7-9E68-416A-B3C5-54511BBB6572}"/>
    <pc:docChg chg="undo custSel modSld">
      <pc:chgData name="Mingyu Liu" userId="19f664cf-9b7b-47f9-b3d3-9c1f9bb0ccc5" providerId="ADAL" clId="{7C9E51F7-9E68-416A-B3C5-54511BBB6572}" dt="2024-08-01T19:30:20.804" v="577" actId="1076"/>
      <pc:docMkLst>
        <pc:docMk/>
      </pc:docMkLst>
      <pc:sldChg chg="addSp delSp modSp mod">
        <pc:chgData name="Mingyu Liu" userId="19f664cf-9b7b-47f9-b3d3-9c1f9bb0ccc5" providerId="ADAL" clId="{7C9E51F7-9E68-416A-B3C5-54511BBB6572}" dt="2024-08-01T19:30:20.804" v="577" actId="1076"/>
        <pc:sldMkLst>
          <pc:docMk/>
          <pc:sldMk cId="0" sldId="256"/>
        </pc:sldMkLst>
        <pc:spChg chg="add mod">
          <ac:chgData name="Mingyu Liu" userId="19f664cf-9b7b-47f9-b3d3-9c1f9bb0ccc5" providerId="ADAL" clId="{7C9E51F7-9E68-416A-B3C5-54511BBB6572}" dt="2024-08-01T18:42:08.982" v="205" actId="1076"/>
          <ac:spMkLst>
            <pc:docMk/>
            <pc:sldMk cId="0" sldId="256"/>
            <ac:spMk id="2" creationId="{00F30229-486A-1F9F-AF0B-00BE3A388349}"/>
          </ac:spMkLst>
        </pc:spChg>
        <pc:spChg chg="add mod">
          <ac:chgData name="Mingyu Liu" userId="19f664cf-9b7b-47f9-b3d3-9c1f9bb0ccc5" providerId="ADAL" clId="{7C9E51F7-9E68-416A-B3C5-54511BBB6572}" dt="2024-08-01T18:42:08.982" v="205" actId="1076"/>
          <ac:spMkLst>
            <pc:docMk/>
            <pc:sldMk cId="0" sldId="256"/>
            <ac:spMk id="3" creationId="{D3EE63D9-6AD5-6DD9-A579-E41EA9218687}"/>
          </ac:spMkLst>
        </pc:spChg>
        <pc:spChg chg="add mod">
          <ac:chgData name="Mingyu Liu" userId="19f664cf-9b7b-47f9-b3d3-9c1f9bb0ccc5" providerId="ADAL" clId="{7C9E51F7-9E68-416A-B3C5-54511BBB6572}" dt="2024-08-01T18:42:08.982" v="205" actId="1076"/>
          <ac:spMkLst>
            <pc:docMk/>
            <pc:sldMk cId="0" sldId="256"/>
            <ac:spMk id="4" creationId="{A1160EE4-77CC-2E36-2C56-DDEAFB64E990}"/>
          </ac:spMkLst>
        </pc:spChg>
        <pc:spChg chg="add del mod">
          <ac:chgData name="Mingyu Liu" userId="19f664cf-9b7b-47f9-b3d3-9c1f9bb0ccc5" providerId="ADAL" clId="{7C9E51F7-9E68-416A-B3C5-54511BBB6572}" dt="2024-08-01T18:27:07.532" v="159" actId="478"/>
          <ac:spMkLst>
            <pc:docMk/>
            <pc:sldMk cId="0" sldId="256"/>
            <ac:spMk id="6" creationId="{AC643434-A34B-2F93-4EE8-A3BFB7ED0633}"/>
          </ac:spMkLst>
        </pc:spChg>
        <pc:spChg chg="add mod">
          <ac:chgData name="Mingyu Liu" userId="19f664cf-9b7b-47f9-b3d3-9c1f9bb0ccc5" providerId="ADAL" clId="{7C9E51F7-9E68-416A-B3C5-54511BBB6572}" dt="2024-08-01T19:03:16.700" v="379" actId="14100"/>
          <ac:spMkLst>
            <pc:docMk/>
            <pc:sldMk cId="0" sldId="256"/>
            <ac:spMk id="7" creationId="{FDAC21B0-887A-C129-8832-42A88BA71A4E}"/>
          </ac:spMkLst>
        </pc:spChg>
        <pc:spChg chg="add mod">
          <ac:chgData name="Mingyu Liu" userId="19f664cf-9b7b-47f9-b3d3-9c1f9bb0ccc5" providerId="ADAL" clId="{7C9E51F7-9E68-416A-B3C5-54511BBB6572}" dt="2024-08-01T18:45:24.189" v="215" actId="14100"/>
          <ac:spMkLst>
            <pc:docMk/>
            <pc:sldMk cId="0" sldId="256"/>
            <ac:spMk id="8" creationId="{8D48D9C1-2568-0B48-BBC4-5A6AD91B4A63}"/>
          </ac:spMkLst>
        </pc:spChg>
        <pc:spChg chg="mod">
          <ac:chgData name="Mingyu Liu" userId="19f664cf-9b7b-47f9-b3d3-9c1f9bb0ccc5" providerId="ADAL" clId="{7C9E51F7-9E68-416A-B3C5-54511BBB6572}" dt="2024-08-01T18:42:34.112" v="206"/>
          <ac:spMkLst>
            <pc:docMk/>
            <pc:sldMk cId="0" sldId="256"/>
            <ac:spMk id="14" creationId="{733C0397-5F53-E6E3-0027-05A182923290}"/>
          </ac:spMkLst>
        </pc:spChg>
        <pc:spChg chg="mod">
          <ac:chgData name="Mingyu Liu" userId="19f664cf-9b7b-47f9-b3d3-9c1f9bb0ccc5" providerId="ADAL" clId="{7C9E51F7-9E68-416A-B3C5-54511BBB6572}" dt="2024-08-01T18:42:34.112" v="206"/>
          <ac:spMkLst>
            <pc:docMk/>
            <pc:sldMk cId="0" sldId="256"/>
            <ac:spMk id="15" creationId="{9B773A89-1E9A-4187-42ED-899DAC38753E}"/>
          </ac:spMkLst>
        </pc:spChg>
        <pc:spChg chg="mod">
          <ac:chgData name="Mingyu Liu" userId="19f664cf-9b7b-47f9-b3d3-9c1f9bb0ccc5" providerId="ADAL" clId="{7C9E51F7-9E68-416A-B3C5-54511BBB6572}" dt="2024-08-01T18:42:34.112" v="206"/>
          <ac:spMkLst>
            <pc:docMk/>
            <pc:sldMk cId="0" sldId="256"/>
            <ac:spMk id="19" creationId="{1DECC6EF-650E-3529-7360-C14A5313AA0E}"/>
          </ac:spMkLst>
        </pc:spChg>
        <pc:spChg chg="mod">
          <ac:chgData name="Mingyu Liu" userId="19f664cf-9b7b-47f9-b3d3-9c1f9bb0ccc5" providerId="ADAL" clId="{7C9E51F7-9E68-416A-B3C5-54511BBB6572}" dt="2024-08-01T19:30:20.804" v="577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8:32:08.954" v="189" actId="20577"/>
          <ac:spMkLst>
            <pc:docMk/>
            <pc:sldMk cId="0" sldId="256"/>
            <ac:spMk id="35" creationId="{00000000-0000-0000-0000-000000000000}"/>
          </ac:spMkLst>
        </pc:spChg>
        <pc:spChg chg="add del mod">
          <ac:chgData name="Mingyu Liu" userId="19f664cf-9b7b-47f9-b3d3-9c1f9bb0ccc5" providerId="ADAL" clId="{7C9E51F7-9E68-416A-B3C5-54511BBB6572}" dt="2024-08-01T18:08:30.814" v="47" actId="478"/>
          <ac:spMkLst>
            <pc:docMk/>
            <pc:sldMk cId="0" sldId="256"/>
            <ac:spMk id="36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8:16:18.783" v="75" actId="255"/>
          <ac:spMkLst>
            <pc:docMk/>
            <pc:sldMk cId="0" sldId="256"/>
            <ac:spMk id="55" creationId="{00000000-0000-0000-0000-000000000000}"/>
          </ac:spMkLst>
        </pc:spChg>
        <pc:spChg chg="del mod">
          <ac:chgData name="Mingyu Liu" userId="19f664cf-9b7b-47f9-b3d3-9c1f9bb0ccc5" providerId="ADAL" clId="{7C9E51F7-9E68-416A-B3C5-54511BBB6572}" dt="2024-08-01T18:16:04.520" v="74" actId="478"/>
          <ac:spMkLst>
            <pc:docMk/>
            <pc:sldMk cId="0" sldId="256"/>
            <ac:spMk id="56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9:29:12.633" v="574" actId="1076"/>
          <ac:spMkLst>
            <pc:docMk/>
            <pc:sldMk cId="0" sldId="256"/>
            <ac:spMk id="64" creationId="{00000000-0000-0000-0000-000000000000}"/>
          </ac:spMkLst>
        </pc:spChg>
        <pc:spChg chg="del">
          <ac:chgData name="Mingyu Liu" userId="19f664cf-9b7b-47f9-b3d3-9c1f9bb0ccc5" providerId="ADAL" clId="{7C9E51F7-9E68-416A-B3C5-54511BBB6572}" dt="2024-08-01T18:29:57.906" v="184" actId="478"/>
          <ac:spMkLst>
            <pc:docMk/>
            <pc:sldMk cId="0" sldId="256"/>
            <ac:spMk id="65" creationId="{00000000-0000-0000-0000-000000000000}"/>
          </ac:spMkLst>
        </pc:spChg>
        <pc:spChg chg="del">
          <ac:chgData name="Mingyu Liu" userId="19f664cf-9b7b-47f9-b3d3-9c1f9bb0ccc5" providerId="ADAL" clId="{7C9E51F7-9E68-416A-B3C5-54511BBB6572}" dt="2024-08-01T19:12:31.406" v="447" actId="478"/>
          <ac:spMkLst>
            <pc:docMk/>
            <pc:sldMk cId="0" sldId="256"/>
            <ac:spMk id="68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9:00:36.879" v="363" actId="255"/>
          <ac:spMkLst>
            <pc:docMk/>
            <pc:sldMk cId="0" sldId="256"/>
            <ac:spMk id="73" creationId="{00000000-0000-0000-0000-000000000000}"/>
          </ac:spMkLst>
        </pc:spChg>
        <pc:spChg chg="del mod">
          <ac:chgData name="Mingyu Liu" userId="19f664cf-9b7b-47f9-b3d3-9c1f9bb0ccc5" providerId="ADAL" clId="{7C9E51F7-9E68-416A-B3C5-54511BBB6572}" dt="2024-08-01T18:59:05.832" v="356" actId="478"/>
          <ac:spMkLst>
            <pc:docMk/>
            <pc:sldMk cId="0" sldId="256"/>
            <ac:spMk id="74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8:48:54.496" v="226" actId="20577"/>
          <ac:spMkLst>
            <pc:docMk/>
            <pc:sldMk cId="0" sldId="256"/>
            <ac:spMk id="82" creationId="{00000000-0000-0000-0000-000000000000}"/>
          </ac:spMkLst>
        </pc:spChg>
        <pc:spChg chg="del">
          <ac:chgData name="Mingyu Liu" userId="19f664cf-9b7b-47f9-b3d3-9c1f9bb0ccc5" providerId="ADAL" clId="{7C9E51F7-9E68-416A-B3C5-54511BBB6572}" dt="2024-08-01T18:21:19.601" v="114" actId="478"/>
          <ac:spMkLst>
            <pc:docMk/>
            <pc:sldMk cId="0" sldId="256"/>
            <ac:spMk id="83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8:25:19.322" v="138" actId="20577"/>
          <ac:spMkLst>
            <pc:docMk/>
            <pc:sldMk cId="0" sldId="256"/>
            <ac:spMk id="91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8:48:45.196" v="224" actId="20577"/>
          <ac:spMkLst>
            <pc:docMk/>
            <pc:sldMk cId="0" sldId="256"/>
            <ac:spMk id="92" creationId="{00000000-0000-0000-0000-000000000000}"/>
          </ac:spMkLst>
        </pc:spChg>
        <pc:spChg chg="del">
          <ac:chgData name="Mingyu Liu" userId="19f664cf-9b7b-47f9-b3d3-9c1f9bb0ccc5" providerId="ADAL" clId="{7C9E51F7-9E68-416A-B3C5-54511BBB6572}" dt="2024-08-01T18:52:28.435" v="276" actId="478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8:52:15.889" v="275" actId="1076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7:55:47.926" v="2" actId="1076"/>
          <ac:spMkLst>
            <pc:docMk/>
            <pc:sldMk cId="0" sldId="256"/>
            <ac:spMk id="102" creationId="{00000000-0000-0000-0000-000000000000}"/>
          </ac:spMkLst>
        </pc:spChg>
        <pc:spChg chg="del">
          <ac:chgData name="Mingyu Liu" userId="19f664cf-9b7b-47f9-b3d3-9c1f9bb0ccc5" providerId="ADAL" clId="{7C9E51F7-9E68-416A-B3C5-54511BBB6572}" dt="2024-08-01T18:40:54.602" v="192" actId="478"/>
          <ac:spMkLst>
            <pc:docMk/>
            <pc:sldMk cId="0" sldId="256"/>
            <ac:spMk id="109" creationId="{00000000-0000-0000-0000-000000000000}"/>
          </ac:spMkLst>
        </pc:spChg>
        <pc:spChg chg="del">
          <ac:chgData name="Mingyu Liu" userId="19f664cf-9b7b-47f9-b3d3-9c1f9bb0ccc5" providerId="ADAL" clId="{7C9E51F7-9E68-416A-B3C5-54511BBB6572}" dt="2024-08-01T18:36:58.469" v="191" actId="478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Mingyu Liu" userId="19f664cf-9b7b-47f9-b3d3-9c1f9bb0ccc5" providerId="ADAL" clId="{7C9E51F7-9E68-416A-B3C5-54511BBB6572}" dt="2024-08-01T19:04:18.913" v="387" actId="20577"/>
          <ac:spMkLst>
            <pc:docMk/>
            <pc:sldMk cId="0" sldId="256"/>
            <ac:spMk id="111" creationId="{1B0B8826-9583-166D-2B65-3753E9965862}"/>
          </ac:spMkLst>
        </pc:spChg>
        <pc:spChg chg="mod">
          <ac:chgData name="Mingyu Liu" userId="19f664cf-9b7b-47f9-b3d3-9c1f9bb0ccc5" providerId="ADAL" clId="{7C9E51F7-9E68-416A-B3C5-54511BBB6572}" dt="2024-08-01T18:53:41.426" v="314" actId="1076"/>
          <ac:spMkLst>
            <pc:docMk/>
            <pc:sldMk cId="0" sldId="256"/>
            <ac:spMk id="112" creationId="{D88BB645-2F30-0EC9-8EAF-A89964DC2438}"/>
          </ac:spMkLst>
        </pc:spChg>
        <pc:spChg chg="mod">
          <ac:chgData name="Mingyu Liu" userId="19f664cf-9b7b-47f9-b3d3-9c1f9bb0ccc5" providerId="ADAL" clId="{7C9E51F7-9E68-416A-B3C5-54511BBB6572}" dt="2024-08-01T19:05:31.540" v="408" actId="1076"/>
          <ac:spMkLst>
            <pc:docMk/>
            <pc:sldMk cId="0" sldId="256"/>
            <ac:spMk id="113" creationId="{76662B30-5CEC-04A6-64EA-44D44C860627}"/>
          </ac:spMkLst>
        </pc:spChg>
        <pc:spChg chg="mod">
          <ac:chgData name="Mingyu Liu" userId="19f664cf-9b7b-47f9-b3d3-9c1f9bb0ccc5" providerId="ADAL" clId="{7C9E51F7-9E68-416A-B3C5-54511BBB6572}" dt="2024-08-01T18:42:34.112" v="206"/>
          <ac:spMkLst>
            <pc:docMk/>
            <pc:sldMk cId="0" sldId="256"/>
            <ac:spMk id="114" creationId="{F414F516-7810-81A1-F7AF-22F2A87083CC}"/>
          </ac:spMkLst>
        </pc:spChg>
        <pc:spChg chg="mod">
          <ac:chgData name="Mingyu Liu" userId="19f664cf-9b7b-47f9-b3d3-9c1f9bb0ccc5" providerId="ADAL" clId="{7C9E51F7-9E68-416A-B3C5-54511BBB6572}" dt="2024-08-01T18:42:34.112" v="206"/>
          <ac:spMkLst>
            <pc:docMk/>
            <pc:sldMk cId="0" sldId="256"/>
            <ac:spMk id="115" creationId="{9F780B1B-7B18-0CB5-2E02-3A4463D3E27D}"/>
          </ac:spMkLst>
        </pc:spChg>
        <pc:spChg chg="add mod">
          <ac:chgData name="Mingyu Liu" userId="19f664cf-9b7b-47f9-b3d3-9c1f9bb0ccc5" providerId="ADAL" clId="{7C9E51F7-9E68-416A-B3C5-54511BBB6572}" dt="2024-08-01T19:01:09.752" v="368" actId="20577"/>
          <ac:spMkLst>
            <pc:docMk/>
            <pc:sldMk cId="0" sldId="256"/>
            <ac:spMk id="121" creationId="{2C4B6E5D-ACD0-8EED-42E8-DCA9E98C5EB5}"/>
          </ac:spMkLst>
        </pc:spChg>
        <pc:spChg chg="mod">
          <ac:chgData name="Mingyu Liu" userId="19f664cf-9b7b-47f9-b3d3-9c1f9bb0ccc5" providerId="ADAL" clId="{7C9E51F7-9E68-416A-B3C5-54511BBB6572}" dt="2024-08-01T19:01:54.924" v="374"/>
          <ac:spMkLst>
            <pc:docMk/>
            <pc:sldMk cId="0" sldId="256"/>
            <ac:spMk id="125" creationId="{2182A3A4-DAE8-1C2A-9C8E-2C047D5A77AB}"/>
          </ac:spMkLst>
        </pc:spChg>
        <pc:spChg chg="mod">
          <ac:chgData name="Mingyu Liu" userId="19f664cf-9b7b-47f9-b3d3-9c1f9bb0ccc5" providerId="ADAL" clId="{7C9E51F7-9E68-416A-B3C5-54511BBB6572}" dt="2024-08-01T19:01:54.924" v="374"/>
          <ac:spMkLst>
            <pc:docMk/>
            <pc:sldMk cId="0" sldId="256"/>
            <ac:spMk id="126" creationId="{2BD60381-33F4-4FA2-C5EF-7CA00A8084BD}"/>
          </ac:spMkLst>
        </pc:spChg>
        <pc:spChg chg="mod">
          <ac:chgData name="Mingyu Liu" userId="19f664cf-9b7b-47f9-b3d3-9c1f9bb0ccc5" providerId="ADAL" clId="{7C9E51F7-9E68-416A-B3C5-54511BBB6572}" dt="2024-08-01T19:01:54.924" v="374"/>
          <ac:spMkLst>
            <pc:docMk/>
            <pc:sldMk cId="0" sldId="256"/>
            <ac:spMk id="127" creationId="{A9F850D7-883B-AB43-C27D-5EB87C6AC243}"/>
          </ac:spMkLst>
        </pc:spChg>
        <pc:spChg chg="mod">
          <ac:chgData name="Mingyu Liu" userId="19f664cf-9b7b-47f9-b3d3-9c1f9bb0ccc5" providerId="ADAL" clId="{7C9E51F7-9E68-416A-B3C5-54511BBB6572}" dt="2024-08-01T19:07:54.859" v="434" actId="20577"/>
          <ac:spMkLst>
            <pc:docMk/>
            <pc:sldMk cId="0" sldId="256"/>
            <ac:spMk id="128" creationId="{E30579F7-789D-2CDC-DD30-B12FE1D8A93B}"/>
          </ac:spMkLst>
        </pc:spChg>
        <pc:spChg chg="mod">
          <ac:chgData name="Mingyu Liu" userId="19f664cf-9b7b-47f9-b3d3-9c1f9bb0ccc5" providerId="ADAL" clId="{7C9E51F7-9E68-416A-B3C5-54511BBB6572}" dt="2024-08-01T19:01:54.924" v="374"/>
          <ac:spMkLst>
            <pc:docMk/>
            <pc:sldMk cId="0" sldId="256"/>
            <ac:spMk id="129" creationId="{94090B33-0987-BCE6-481B-102303F7DC73}"/>
          </ac:spMkLst>
        </pc:spChg>
        <pc:spChg chg="mod">
          <ac:chgData name="Mingyu Liu" userId="19f664cf-9b7b-47f9-b3d3-9c1f9bb0ccc5" providerId="ADAL" clId="{7C9E51F7-9E68-416A-B3C5-54511BBB6572}" dt="2024-08-01T19:01:54.924" v="374"/>
          <ac:spMkLst>
            <pc:docMk/>
            <pc:sldMk cId="0" sldId="256"/>
            <ac:spMk id="130" creationId="{140F8FB2-F64C-B36A-1A15-74E5C13CDFAF}"/>
          </ac:spMkLst>
        </pc:spChg>
        <pc:spChg chg="add mod">
          <ac:chgData name="Mingyu Liu" userId="19f664cf-9b7b-47f9-b3d3-9c1f9bb0ccc5" providerId="ADAL" clId="{7C9E51F7-9E68-416A-B3C5-54511BBB6572}" dt="2024-08-01T19:03:34.161" v="381" actId="1076"/>
          <ac:spMkLst>
            <pc:docMk/>
            <pc:sldMk cId="0" sldId="256"/>
            <ac:spMk id="133" creationId="{B92E45F1-43A5-07C6-6B7E-4566D2FCF4BA}"/>
          </ac:spMkLst>
        </pc:spChg>
        <pc:spChg chg="mod">
          <ac:chgData name="Mingyu Liu" userId="19f664cf-9b7b-47f9-b3d3-9c1f9bb0ccc5" providerId="ADAL" clId="{7C9E51F7-9E68-416A-B3C5-54511BBB6572}" dt="2024-08-01T19:10:38.351" v="435"/>
          <ac:spMkLst>
            <pc:docMk/>
            <pc:sldMk cId="0" sldId="256"/>
            <ac:spMk id="137" creationId="{313EADC4-530E-CCB5-061B-2BC5E42EA5F2}"/>
          </ac:spMkLst>
        </pc:spChg>
        <pc:spChg chg="mod">
          <ac:chgData name="Mingyu Liu" userId="19f664cf-9b7b-47f9-b3d3-9c1f9bb0ccc5" providerId="ADAL" clId="{7C9E51F7-9E68-416A-B3C5-54511BBB6572}" dt="2024-08-01T19:10:38.351" v="435"/>
          <ac:spMkLst>
            <pc:docMk/>
            <pc:sldMk cId="0" sldId="256"/>
            <ac:spMk id="138" creationId="{77C582B6-C2F6-9699-E295-7F41774C364A}"/>
          </ac:spMkLst>
        </pc:spChg>
        <pc:spChg chg="del mod">
          <ac:chgData name="Mingyu Liu" userId="19f664cf-9b7b-47f9-b3d3-9c1f9bb0ccc5" providerId="ADAL" clId="{7C9E51F7-9E68-416A-B3C5-54511BBB6572}" dt="2024-08-01T19:11:40.910" v="441" actId="478"/>
          <ac:spMkLst>
            <pc:docMk/>
            <pc:sldMk cId="0" sldId="256"/>
            <ac:spMk id="139" creationId="{EA2824E5-34B7-95DB-460A-7B7D0805E8AF}"/>
          </ac:spMkLst>
        </pc:spChg>
        <pc:spChg chg="mod">
          <ac:chgData name="Mingyu Liu" userId="19f664cf-9b7b-47f9-b3d3-9c1f9bb0ccc5" providerId="ADAL" clId="{7C9E51F7-9E68-416A-B3C5-54511BBB6572}" dt="2024-08-01T19:19:09.015" v="494" actId="1076"/>
          <ac:spMkLst>
            <pc:docMk/>
            <pc:sldMk cId="0" sldId="256"/>
            <ac:spMk id="140" creationId="{69C4E866-948D-A99C-9120-C075D494DA91}"/>
          </ac:spMkLst>
        </pc:spChg>
        <pc:spChg chg="del mod">
          <ac:chgData name="Mingyu Liu" userId="19f664cf-9b7b-47f9-b3d3-9c1f9bb0ccc5" providerId="ADAL" clId="{7C9E51F7-9E68-416A-B3C5-54511BBB6572}" dt="2024-08-01T19:13:26.055" v="450" actId="478"/>
          <ac:spMkLst>
            <pc:docMk/>
            <pc:sldMk cId="0" sldId="256"/>
            <ac:spMk id="141" creationId="{EBC3FB8D-58A5-4E78-D302-DF5C71DF4FBB}"/>
          </ac:spMkLst>
        </pc:spChg>
        <pc:spChg chg="del mod topLvl">
          <ac:chgData name="Mingyu Liu" userId="19f664cf-9b7b-47f9-b3d3-9c1f9bb0ccc5" providerId="ADAL" clId="{7C9E51F7-9E68-416A-B3C5-54511BBB6572}" dt="2024-08-01T19:13:32.030" v="451" actId="478"/>
          <ac:spMkLst>
            <pc:docMk/>
            <pc:sldMk cId="0" sldId="256"/>
            <ac:spMk id="142" creationId="{10B20E1A-43C7-F251-CC7F-B81F1F9ECB56}"/>
          </ac:spMkLst>
        </pc:spChg>
        <pc:spChg chg="mod">
          <ac:chgData name="Mingyu Liu" userId="19f664cf-9b7b-47f9-b3d3-9c1f9bb0ccc5" providerId="ADAL" clId="{7C9E51F7-9E68-416A-B3C5-54511BBB6572}" dt="2024-08-01T19:10:38.351" v="435"/>
          <ac:spMkLst>
            <pc:docMk/>
            <pc:sldMk cId="0" sldId="256"/>
            <ac:spMk id="146" creationId="{E90ACDEC-1760-A169-F0B5-879F22DFF03C}"/>
          </ac:spMkLst>
        </pc:spChg>
        <pc:spChg chg="mod">
          <ac:chgData name="Mingyu Liu" userId="19f664cf-9b7b-47f9-b3d3-9c1f9bb0ccc5" providerId="ADAL" clId="{7C9E51F7-9E68-416A-B3C5-54511BBB6572}" dt="2024-08-01T19:10:38.351" v="435"/>
          <ac:spMkLst>
            <pc:docMk/>
            <pc:sldMk cId="0" sldId="256"/>
            <ac:spMk id="147" creationId="{9CFC7BE5-A0A2-579D-FD02-8098C6AB3194}"/>
          </ac:spMkLst>
        </pc:spChg>
        <pc:spChg chg="del mod">
          <ac:chgData name="Mingyu Liu" userId="19f664cf-9b7b-47f9-b3d3-9c1f9bb0ccc5" providerId="ADAL" clId="{7C9E51F7-9E68-416A-B3C5-54511BBB6572}" dt="2024-08-01T19:11:29.837" v="439" actId="478"/>
          <ac:spMkLst>
            <pc:docMk/>
            <pc:sldMk cId="0" sldId="256"/>
            <ac:spMk id="148" creationId="{D5A2B104-BD3C-CE1E-88E2-9AA9CA99A1F4}"/>
          </ac:spMkLst>
        </pc:spChg>
        <pc:spChg chg="mod">
          <ac:chgData name="Mingyu Liu" userId="19f664cf-9b7b-47f9-b3d3-9c1f9bb0ccc5" providerId="ADAL" clId="{7C9E51F7-9E68-416A-B3C5-54511BBB6572}" dt="2024-08-01T19:19:52.030" v="519" actId="108"/>
          <ac:spMkLst>
            <pc:docMk/>
            <pc:sldMk cId="0" sldId="256"/>
            <ac:spMk id="149" creationId="{A6143C8A-288C-EFD8-A4DC-9BF5FAED63CA}"/>
          </ac:spMkLst>
        </pc:spChg>
        <pc:spChg chg="del mod">
          <ac:chgData name="Mingyu Liu" userId="19f664cf-9b7b-47f9-b3d3-9c1f9bb0ccc5" providerId="ADAL" clId="{7C9E51F7-9E68-416A-B3C5-54511BBB6572}" dt="2024-08-01T19:13:07.521" v="448" actId="478"/>
          <ac:spMkLst>
            <pc:docMk/>
            <pc:sldMk cId="0" sldId="256"/>
            <ac:spMk id="150" creationId="{7AF8418B-C14D-1073-885C-F031A67FD077}"/>
          </ac:spMkLst>
        </pc:spChg>
        <pc:spChg chg="del mod topLvl">
          <ac:chgData name="Mingyu Liu" userId="19f664cf-9b7b-47f9-b3d3-9c1f9bb0ccc5" providerId="ADAL" clId="{7C9E51F7-9E68-416A-B3C5-54511BBB6572}" dt="2024-08-01T19:13:19.728" v="449" actId="478"/>
          <ac:spMkLst>
            <pc:docMk/>
            <pc:sldMk cId="0" sldId="256"/>
            <ac:spMk id="151" creationId="{CC0E0CFD-2048-5C30-C61B-D206A6590D19}"/>
          </ac:spMkLst>
        </pc:spChg>
        <pc:spChg chg="add mod">
          <ac:chgData name="Mingyu Liu" userId="19f664cf-9b7b-47f9-b3d3-9c1f9bb0ccc5" providerId="ADAL" clId="{7C9E51F7-9E68-416A-B3C5-54511BBB6572}" dt="2024-08-01T19:21:30.288" v="535" actId="1076"/>
          <ac:spMkLst>
            <pc:docMk/>
            <pc:sldMk cId="0" sldId="256"/>
            <ac:spMk id="157" creationId="{49221CC2-A2BA-34DA-A0E7-CF1343364145}"/>
          </ac:spMkLst>
        </pc:spChg>
        <pc:spChg chg="add mod">
          <ac:chgData name="Mingyu Liu" userId="19f664cf-9b7b-47f9-b3d3-9c1f9bb0ccc5" providerId="ADAL" clId="{7C9E51F7-9E68-416A-B3C5-54511BBB6572}" dt="2024-08-01T19:16:27.022" v="457" actId="1076"/>
          <ac:spMkLst>
            <pc:docMk/>
            <pc:sldMk cId="0" sldId="256"/>
            <ac:spMk id="158" creationId="{18DBE05E-D33C-0258-3F7E-1F159E06671F}"/>
          </ac:spMkLst>
        </pc:spChg>
        <pc:spChg chg="add mod">
          <ac:chgData name="Mingyu Liu" userId="19f664cf-9b7b-47f9-b3d3-9c1f9bb0ccc5" providerId="ADAL" clId="{7C9E51F7-9E68-416A-B3C5-54511BBB6572}" dt="2024-08-01T19:20:58.133" v="532" actId="14100"/>
          <ac:spMkLst>
            <pc:docMk/>
            <pc:sldMk cId="0" sldId="256"/>
            <ac:spMk id="159" creationId="{96B005C3-AB90-389D-1077-85DE2096F18F}"/>
          </ac:spMkLst>
        </pc:spChg>
        <pc:spChg chg="add mod">
          <ac:chgData name="Mingyu Liu" userId="19f664cf-9b7b-47f9-b3d3-9c1f9bb0ccc5" providerId="ADAL" clId="{7C9E51F7-9E68-416A-B3C5-54511BBB6572}" dt="2024-08-01T19:21:41.552" v="537" actId="1076"/>
          <ac:spMkLst>
            <pc:docMk/>
            <pc:sldMk cId="0" sldId="256"/>
            <ac:spMk id="160" creationId="{CE5D4B71-76EA-A10F-AF52-1DC4F7D204B4}"/>
          </ac:spMkLst>
        </pc:spChg>
        <pc:spChg chg="add del mod">
          <ac:chgData name="Mingyu Liu" userId="19f664cf-9b7b-47f9-b3d3-9c1f9bb0ccc5" providerId="ADAL" clId="{7C9E51F7-9E68-416A-B3C5-54511BBB6572}" dt="2024-08-01T19:23:17.522" v="544" actId="478"/>
          <ac:spMkLst>
            <pc:docMk/>
            <pc:sldMk cId="0" sldId="256"/>
            <ac:spMk id="165" creationId="{49E66B61-68BE-DC2E-927E-AAF8E742BDA3}"/>
          </ac:spMkLst>
        </pc:spChg>
        <pc:grpChg chg="add mod">
          <ac:chgData name="Mingyu Liu" userId="19f664cf-9b7b-47f9-b3d3-9c1f9bb0ccc5" providerId="ADAL" clId="{7C9E51F7-9E68-416A-B3C5-54511BBB6572}" dt="2024-08-01T18:42:45.011" v="207" actId="1076"/>
          <ac:grpSpMkLst>
            <pc:docMk/>
            <pc:sldMk cId="0" sldId="256"/>
            <ac:grpSpMk id="13" creationId="{6522B12A-3AC7-3F74-0778-ED4C02A5C89C}"/>
          </ac:grpSpMkLst>
        </pc:grpChg>
        <pc:grpChg chg="add mod">
          <ac:chgData name="Mingyu Liu" userId="19f664cf-9b7b-47f9-b3d3-9c1f9bb0ccc5" providerId="ADAL" clId="{7C9E51F7-9E68-416A-B3C5-54511BBB6572}" dt="2024-08-01T18:42:51.172" v="208" actId="1076"/>
          <ac:grpSpMkLst>
            <pc:docMk/>
            <pc:sldMk cId="0" sldId="256"/>
            <ac:grpSpMk id="16" creationId="{C4936355-5C02-3700-B3AA-88BD04CC1C7A}"/>
          </ac:grpSpMkLst>
        </pc:grpChg>
        <pc:grpChg chg="mod">
          <ac:chgData name="Mingyu Liu" userId="19f664cf-9b7b-47f9-b3d3-9c1f9bb0ccc5" providerId="ADAL" clId="{7C9E51F7-9E68-416A-B3C5-54511BBB6572}" dt="2024-08-01T18:42:34.112" v="206"/>
          <ac:grpSpMkLst>
            <pc:docMk/>
            <pc:sldMk cId="0" sldId="256"/>
            <ac:grpSpMk id="17" creationId="{EE6637D6-0BE1-BC5B-314D-74EE2B8DBF8F}"/>
          </ac:grpSpMkLst>
        </pc:grpChg>
        <pc:grpChg chg="mod">
          <ac:chgData name="Mingyu Liu" userId="19f664cf-9b7b-47f9-b3d3-9c1f9bb0ccc5" providerId="ADAL" clId="{7C9E51F7-9E68-416A-B3C5-54511BBB6572}" dt="2024-08-01T18:42:34.112" v="206"/>
          <ac:grpSpMkLst>
            <pc:docMk/>
            <pc:sldMk cId="0" sldId="256"/>
            <ac:grpSpMk id="18" creationId="{E2D65107-FB46-59CC-E2A3-4D4C47C96C42}"/>
          </ac:grpSpMkLst>
        </pc:grpChg>
        <pc:grpChg chg="mod">
          <ac:chgData name="Mingyu Liu" userId="19f664cf-9b7b-47f9-b3d3-9c1f9bb0ccc5" providerId="ADAL" clId="{7C9E51F7-9E68-416A-B3C5-54511BBB6572}" dt="2024-08-01T18:42:08.982" v="205" actId="1076"/>
          <ac:grpSpMkLst>
            <pc:docMk/>
            <pc:sldMk cId="0" sldId="256"/>
            <ac:grpSpMk id="28" creationId="{00000000-0000-0000-0000-000000000000}"/>
          </ac:grpSpMkLst>
        </pc:grpChg>
        <pc:grpChg chg="del mod">
          <ac:chgData name="Mingyu Liu" userId="19f664cf-9b7b-47f9-b3d3-9c1f9bb0ccc5" providerId="ADAL" clId="{7C9E51F7-9E68-416A-B3C5-54511BBB6572}" dt="2024-08-01T18:55:13.218" v="317" actId="478"/>
          <ac:grpSpMkLst>
            <pc:docMk/>
            <pc:sldMk cId="0" sldId="256"/>
            <ac:grpSpMk id="39" creationId="{00000000-0000-0000-0000-000000000000}"/>
          </ac:grpSpMkLst>
        </pc:grpChg>
        <pc:grpChg chg="del mod">
          <ac:chgData name="Mingyu Liu" userId="19f664cf-9b7b-47f9-b3d3-9c1f9bb0ccc5" providerId="ADAL" clId="{7C9E51F7-9E68-416A-B3C5-54511BBB6572}" dt="2024-08-01T18:57:43.353" v="318" actId="478"/>
          <ac:grpSpMkLst>
            <pc:docMk/>
            <pc:sldMk cId="0" sldId="256"/>
            <ac:grpSpMk id="42" creationId="{00000000-0000-0000-0000-000000000000}"/>
          </ac:grpSpMkLst>
        </pc:grpChg>
        <pc:grpChg chg="mod">
          <ac:chgData name="Mingyu Liu" userId="19f664cf-9b7b-47f9-b3d3-9c1f9bb0ccc5" providerId="ADAL" clId="{7C9E51F7-9E68-416A-B3C5-54511BBB6572}" dt="2024-08-01T18:42:08.982" v="205" actId="1076"/>
          <ac:grpSpMkLst>
            <pc:docMk/>
            <pc:sldMk cId="0" sldId="256"/>
            <ac:grpSpMk id="45" creationId="{00000000-0000-0000-0000-000000000000}"/>
          </ac:grpSpMkLst>
        </pc:grpChg>
        <pc:grpChg chg="mod">
          <ac:chgData name="Mingyu Liu" userId="19f664cf-9b7b-47f9-b3d3-9c1f9bb0ccc5" providerId="ADAL" clId="{7C9E51F7-9E68-416A-B3C5-54511BBB6572}" dt="2024-08-01T18:42:08.982" v="205" actId="1076"/>
          <ac:grpSpMkLst>
            <pc:docMk/>
            <pc:sldMk cId="0" sldId="256"/>
            <ac:grpSpMk id="48" creationId="{00000000-0000-0000-0000-000000000000}"/>
          </ac:grpSpMkLst>
        </pc:grpChg>
        <pc:grpChg chg="mod">
          <ac:chgData name="Mingyu Liu" userId="19f664cf-9b7b-47f9-b3d3-9c1f9bb0ccc5" providerId="ADAL" clId="{7C9E51F7-9E68-416A-B3C5-54511BBB6572}" dt="2024-08-01T18:54:56.243" v="316" actId="1076"/>
          <ac:grpSpMkLst>
            <pc:docMk/>
            <pc:sldMk cId="0" sldId="256"/>
            <ac:grpSpMk id="57" creationId="{00000000-0000-0000-0000-000000000000}"/>
          </ac:grpSpMkLst>
        </pc:grpChg>
        <pc:grpChg chg="mod">
          <ac:chgData name="Mingyu Liu" userId="19f664cf-9b7b-47f9-b3d3-9c1f9bb0ccc5" providerId="ADAL" clId="{7C9E51F7-9E68-416A-B3C5-54511BBB6572}" dt="2024-08-01T19:01:50.528" v="373" actId="1076"/>
          <ac:grpSpMkLst>
            <pc:docMk/>
            <pc:sldMk cId="0" sldId="256"/>
            <ac:grpSpMk id="66" creationId="{00000000-0000-0000-0000-000000000000}"/>
          </ac:grpSpMkLst>
        </pc:grpChg>
        <pc:grpChg chg="del">
          <ac:chgData name="Mingyu Liu" userId="19f664cf-9b7b-47f9-b3d3-9c1f9bb0ccc5" providerId="ADAL" clId="{7C9E51F7-9E68-416A-B3C5-54511BBB6572}" dt="2024-08-01T19:12:31.406" v="447" actId="478"/>
          <ac:grpSpMkLst>
            <pc:docMk/>
            <pc:sldMk cId="0" sldId="256"/>
            <ac:grpSpMk id="67" creationId="{00000000-0000-0000-0000-000000000000}"/>
          </ac:grpSpMkLst>
        </pc:grpChg>
        <pc:grpChg chg="mod">
          <ac:chgData name="Mingyu Liu" userId="19f664cf-9b7b-47f9-b3d3-9c1f9bb0ccc5" providerId="ADAL" clId="{7C9E51F7-9E68-416A-B3C5-54511BBB6572}" dt="2024-08-01T18:42:08.982" v="205" actId="1076"/>
          <ac:grpSpMkLst>
            <pc:docMk/>
            <pc:sldMk cId="0" sldId="256"/>
            <ac:grpSpMk id="75" creationId="{00000000-0000-0000-0000-000000000000}"/>
          </ac:grpSpMkLst>
        </pc:grpChg>
        <pc:grpChg chg="mod">
          <ac:chgData name="Mingyu Liu" userId="19f664cf-9b7b-47f9-b3d3-9c1f9bb0ccc5" providerId="ADAL" clId="{7C9E51F7-9E68-416A-B3C5-54511BBB6572}" dt="2024-08-01T19:24:44.742" v="547" actId="1076"/>
          <ac:grpSpMkLst>
            <pc:docMk/>
            <pc:sldMk cId="0" sldId="256"/>
            <ac:grpSpMk id="84" creationId="{00000000-0000-0000-0000-000000000000}"/>
          </ac:grpSpMkLst>
        </pc:grpChg>
        <pc:grpChg chg="mod">
          <ac:chgData name="Mingyu Liu" userId="19f664cf-9b7b-47f9-b3d3-9c1f9bb0ccc5" providerId="ADAL" clId="{7C9E51F7-9E68-416A-B3C5-54511BBB6572}" dt="2024-08-01T19:27:26.076" v="562" actId="1076"/>
          <ac:grpSpMkLst>
            <pc:docMk/>
            <pc:sldMk cId="0" sldId="256"/>
            <ac:grpSpMk id="93" creationId="{00000000-0000-0000-0000-000000000000}"/>
          </ac:grpSpMkLst>
        </pc:grpChg>
        <pc:grpChg chg="add mod">
          <ac:chgData name="Mingyu Liu" userId="19f664cf-9b7b-47f9-b3d3-9c1f9bb0ccc5" providerId="ADAL" clId="{7C9E51F7-9E68-416A-B3C5-54511BBB6572}" dt="2024-08-01T19:02:16.729" v="377" actId="1076"/>
          <ac:grpSpMkLst>
            <pc:docMk/>
            <pc:sldMk cId="0" sldId="256"/>
            <ac:grpSpMk id="122" creationId="{0EEA1847-32C9-7F39-D282-A2F7185F77EA}"/>
          </ac:grpSpMkLst>
        </pc:grpChg>
        <pc:grpChg chg="mod">
          <ac:chgData name="Mingyu Liu" userId="19f664cf-9b7b-47f9-b3d3-9c1f9bb0ccc5" providerId="ADAL" clId="{7C9E51F7-9E68-416A-B3C5-54511BBB6572}" dt="2024-08-01T19:01:54.924" v="374"/>
          <ac:grpSpMkLst>
            <pc:docMk/>
            <pc:sldMk cId="0" sldId="256"/>
            <ac:grpSpMk id="123" creationId="{DE3A40DC-50DF-CC83-870E-1B61853BDE0D}"/>
          </ac:grpSpMkLst>
        </pc:grpChg>
        <pc:grpChg chg="mod">
          <ac:chgData name="Mingyu Liu" userId="19f664cf-9b7b-47f9-b3d3-9c1f9bb0ccc5" providerId="ADAL" clId="{7C9E51F7-9E68-416A-B3C5-54511BBB6572}" dt="2024-08-01T19:01:54.924" v="374"/>
          <ac:grpSpMkLst>
            <pc:docMk/>
            <pc:sldMk cId="0" sldId="256"/>
            <ac:grpSpMk id="124" creationId="{81E03938-28AF-4968-4EA9-15A41391F95E}"/>
          </ac:grpSpMkLst>
        </pc:grpChg>
        <pc:grpChg chg="add del mod">
          <ac:chgData name="Mingyu Liu" userId="19f664cf-9b7b-47f9-b3d3-9c1f9bb0ccc5" providerId="ADAL" clId="{7C9E51F7-9E68-416A-B3C5-54511BBB6572}" dt="2024-08-01T19:13:32.030" v="451" actId="478"/>
          <ac:grpSpMkLst>
            <pc:docMk/>
            <pc:sldMk cId="0" sldId="256"/>
            <ac:grpSpMk id="134" creationId="{771CA88D-3D0A-696B-2A0F-8F2A4F27EF9E}"/>
          </ac:grpSpMkLst>
        </pc:grpChg>
        <pc:grpChg chg="del mod">
          <ac:chgData name="Mingyu Liu" userId="19f664cf-9b7b-47f9-b3d3-9c1f9bb0ccc5" providerId="ADAL" clId="{7C9E51F7-9E68-416A-B3C5-54511BBB6572}" dt="2024-08-01T19:13:26.055" v="450" actId="478"/>
          <ac:grpSpMkLst>
            <pc:docMk/>
            <pc:sldMk cId="0" sldId="256"/>
            <ac:grpSpMk id="135" creationId="{6EABA7C3-DF06-8066-5F16-C07E2EC28400}"/>
          </ac:grpSpMkLst>
        </pc:grpChg>
        <pc:grpChg chg="mod topLvl">
          <ac:chgData name="Mingyu Liu" userId="19f664cf-9b7b-47f9-b3d3-9c1f9bb0ccc5" providerId="ADAL" clId="{7C9E51F7-9E68-416A-B3C5-54511BBB6572}" dt="2024-08-01T19:21:11.775" v="533" actId="14100"/>
          <ac:grpSpMkLst>
            <pc:docMk/>
            <pc:sldMk cId="0" sldId="256"/>
            <ac:grpSpMk id="136" creationId="{118BE6E9-AC12-0614-3750-3CEEC11B078C}"/>
          </ac:grpSpMkLst>
        </pc:grpChg>
        <pc:grpChg chg="add del mod">
          <ac:chgData name="Mingyu Liu" userId="19f664cf-9b7b-47f9-b3d3-9c1f9bb0ccc5" providerId="ADAL" clId="{7C9E51F7-9E68-416A-B3C5-54511BBB6572}" dt="2024-08-01T19:13:19.728" v="449" actId="478"/>
          <ac:grpSpMkLst>
            <pc:docMk/>
            <pc:sldMk cId="0" sldId="256"/>
            <ac:grpSpMk id="143" creationId="{754DE835-2B59-9584-850E-BD323F03D320}"/>
          </ac:grpSpMkLst>
        </pc:grpChg>
        <pc:grpChg chg="del mod">
          <ac:chgData name="Mingyu Liu" userId="19f664cf-9b7b-47f9-b3d3-9c1f9bb0ccc5" providerId="ADAL" clId="{7C9E51F7-9E68-416A-B3C5-54511BBB6572}" dt="2024-08-01T19:13:07.521" v="448" actId="478"/>
          <ac:grpSpMkLst>
            <pc:docMk/>
            <pc:sldMk cId="0" sldId="256"/>
            <ac:grpSpMk id="144" creationId="{82CCA11C-9E17-15FB-98E8-A5EBD70294FC}"/>
          </ac:grpSpMkLst>
        </pc:grpChg>
        <pc:grpChg chg="mod topLvl">
          <ac:chgData name="Mingyu Liu" userId="19f664cf-9b7b-47f9-b3d3-9c1f9bb0ccc5" providerId="ADAL" clId="{7C9E51F7-9E68-416A-B3C5-54511BBB6572}" dt="2024-08-01T19:17:06.274" v="459" actId="1076"/>
          <ac:grpSpMkLst>
            <pc:docMk/>
            <pc:sldMk cId="0" sldId="256"/>
            <ac:grpSpMk id="145" creationId="{57C1C6E3-7556-9287-92F4-701943C02AD1}"/>
          </ac:grpSpMkLst>
        </pc:grpChg>
        <pc:picChg chg="add mod">
          <ac:chgData name="Mingyu Liu" userId="19f664cf-9b7b-47f9-b3d3-9c1f9bb0ccc5" providerId="ADAL" clId="{7C9E51F7-9E68-416A-B3C5-54511BBB6572}" dt="2024-08-01T19:25:03.486" v="552" actId="1076"/>
          <ac:picMkLst>
            <pc:docMk/>
            <pc:sldMk cId="0" sldId="256"/>
            <ac:picMk id="167" creationId="{1F7099E5-AE42-DC9A-7EA7-51D8515CE3A8}"/>
          </ac:picMkLst>
        </pc:picChg>
        <pc:picChg chg="add del mod">
          <ac:chgData name="Mingyu Liu" userId="19f664cf-9b7b-47f9-b3d3-9c1f9bb0ccc5" providerId="ADAL" clId="{7C9E51F7-9E68-416A-B3C5-54511BBB6572}" dt="2024-08-01T19:26:59.529" v="558" actId="478"/>
          <ac:picMkLst>
            <pc:docMk/>
            <pc:sldMk cId="0" sldId="256"/>
            <ac:picMk id="169" creationId="{9CC0AAA7-BDA8-D95B-92B2-9FDC276830F2}"/>
          </ac:picMkLst>
        </pc:picChg>
        <pc:picChg chg="add mod">
          <ac:chgData name="Mingyu Liu" userId="19f664cf-9b7b-47f9-b3d3-9c1f9bb0ccc5" providerId="ADAL" clId="{7C9E51F7-9E68-416A-B3C5-54511BBB6572}" dt="2024-08-01T19:27:38.762" v="565" actId="1076"/>
          <ac:picMkLst>
            <pc:docMk/>
            <pc:sldMk cId="0" sldId="256"/>
            <ac:picMk id="171" creationId="{A91DB72D-0155-2702-785F-EB8AB96A84EF}"/>
          </ac:picMkLst>
        </pc:picChg>
        <pc:picChg chg="add mod">
          <ac:chgData name="Mingyu Liu" userId="19f664cf-9b7b-47f9-b3d3-9c1f9bb0ccc5" providerId="ADAL" clId="{7C9E51F7-9E68-416A-B3C5-54511BBB6572}" dt="2024-08-01T19:28:49.185" v="572" actId="1076"/>
          <ac:picMkLst>
            <pc:docMk/>
            <pc:sldMk cId="0" sldId="256"/>
            <ac:picMk id="172" creationId="{4EEFDA0B-D5C9-FAC4-B695-0ADA12EC2157}"/>
          </ac:picMkLst>
        </pc:picChg>
        <pc:picChg chg="add mod">
          <ac:chgData name="Mingyu Liu" userId="19f664cf-9b7b-47f9-b3d3-9c1f9bb0ccc5" providerId="ADAL" clId="{7C9E51F7-9E68-416A-B3C5-54511BBB6572}" dt="2024-08-01T19:29:36.281" v="576" actId="1076"/>
          <ac:picMkLst>
            <pc:docMk/>
            <pc:sldMk cId="0" sldId="256"/>
            <ac:picMk id="173" creationId="{CD39DF96-B8FF-05DE-250A-341433258D45}"/>
          </ac:picMkLst>
        </pc:picChg>
        <pc:cxnChg chg="add del mod">
          <ac:chgData name="Mingyu Liu" userId="19f664cf-9b7b-47f9-b3d3-9c1f9bb0ccc5" providerId="ADAL" clId="{7C9E51F7-9E68-416A-B3C5-54511BBB6572}" dt="2024-08-01T19:01:18.164" v="369" actId="478"/>
          <ac:cxnSpMkLst>
            <pc:docMk/>
            <pc:sldMk cId="0" sldId="256"/>
            <ac:cxnSpMk id="11" creationId="{C923EC08-4582-A293-8CFC-838B13C63900}"/>
          </ac:cxnSpMkLst>
        </pc:cxnChg>
        <pc:cxnChg chg="add mod">
          <ac:chgData name="Mingyu Liu" userId="19f664cf-9b7b-47f9-b3d3-9c1f9bb0ccc5" providerId="ADAL" clId="{7C9E51F7-9E68-416A-B3C5-54511BBB6572}" dt="2024-08-01T18:42:45.011" v="207" actId="1076"/>
          <ac:cxnSpMkLst>
            <pc:docMk/>
            <pc:sldMk cId="0" sldId="256"/>
            <ac:cxnSpMk id="12" creationId="{DCB5E102-B61B-A605-37A6-977E38723F38}"/>
          </ac:cxnSpMkLst>
        </pc:cxnChg>
        <pc:cxnChg chg="mod">
          <ac:chgData name="Mingyu Liu" userId="19f664cf-9b7b-47f9-b3d3-9c1f9bb0ccc5" providerId="ADAL" clId="{7C9E51F7-9E68-416A-B3C5-54511BBB6572}" dt="2024-08-01T18:42:08.982" v="205" actId="1076"/>
          <ac:cxnSpMkLst>
            <pc:docMk/>
            <pc:sldMk cId="0" sldId="256"/>
            <ac:cxnSpMk id="24" creationId="{00000000-0000-0000-0000-000000000000}"/>
          </ac:cxnSpMkLst>
        </pc:cxnChg>
        <pc:cxnChg chg="mod">
          <ac:chgData name="Mingyu Liu" userId="19f664cf-9b7b-47f9-b3d3-9c1f9bb0ccc5" providerId="ADAL" clId="{7C9E51F7-9E68-416A-B3C5-54511BBB6572}" dt="2024-08-01T18:42:08.982" v="205" actId="1076"/>
          <ac:cxnSpMkLst>
            <pc:docMk/>
            <pc:sldMk cId="0" sldId="256"/>
            <ac:cxnSpMk id="25" creationId="{00000000-0000-0000-0000-000000000000}"/>
          </ac:cxnSpMkLst>
        </pc:cxnChg>
        <pc:cxnChg chg="mod">
          <ac:chgData name="Mingyu Liu" userId="19f664cf-9b7b-47f9-b3d3-9c1f9bb0ccc5" providerId="ADAL" clId="{7C9E51F7-9E68-416A-B3C5-54511BBB6572}" dt="2024-08-01T18:42:08.982" v="205" actId="1076"/>
          <ac:cxnSpMkLst>
            <pc:docMk/>
            <pc:sldMk cId="0" sldId="256"/>
            <ac:cxnSpMk id="26" creationId="{00000000-0000-0000-0000-000000000000}"/>
          </ac:cxnSpMkLst>
        </pc:cxnChg>
        <pc:cxnChg chg="mod">
          <ac:chgData name="Mingyu Liu" userId="19f664cf-9b7b-47f9-b3d3-9c1f9bb0ccc5" providerId="ADAL" clId="{7C9E51F7-9E68-416A-B3C5-54511BBB6572}" dt="2024-08-01T18:42:08.982" v="205" actId="1076"/>
          <ac:cxnSpMkLst>
            <pc:docMk/>
            <pc:sldMk cId="0" sldId="256"/>
            <ac:cxnSpMk id="27" creationId="{00000000-0000-0000-0000-000000000000}"/>
          </ac:cxnSpMkLst>
        </pc:cxnChg>
        <pc:cxnChg chg="mod">
          <ac:chgData name="Mingyu Liu" userId="19f664cf-9b7b-47f9-b3d3-9c1f9bb0ccc5" providerId="ADAL" clId="{7C9E51F7-9E68-416A-B3C5-54511BBB6572}" dt="2024-08-01T18:42:08.982" v="205" actId="1076"/>
          <ac:cxnSpMkLst>
            <pc:docMk/>
            <pc:sldMk cId="0" sldId="256"/>
            <ac:cxnSpMk id="37" creationId="{00000000-0000-0000-0000-000000000000}"/>
          </ac:cxnSpMkLst>
        </pc:cxnChg>
        <pc:cxnChg chg="mod">
          <ac:chgData name="Mingyu Liu" userId="19f664cf-9b7b-47f9-b3d3-9c1f9bb0ccc5" providerId="ADAL" clId="{7C9E51F7-9E68-416A-B3C5-54511BBB6572}" dt="2024-08-01T18:42:08.982" v="205" actId="1076"/>
          <ac:cxnSpMkLst>
            <pc:docMk/>
            <pc:sldMk cId="0" sldId="256"/>
            <ac:cxnSpMk id="38" creationId="{00000000-0000-0000-0000-000000000000}"/>
          </ac:cxnSpMkLst>
        </pc:cxnChg>
        <pc:cxnChg chg="add">
          <ac:chgData name="Mingyu Liu" userId="19f664cf-9b7b-47f9-b3d3-9c1f9bb0ccc5" providerId="ADAL" clId="{7C9E51F7-9E68-416A-B3C5-54511BBB6572}" dt="2024-08-01T18:43:09.455" v="209" actId="11529"/>
          <ac:cxnSpMkLst>
            <pc:docMk/>
            <pc:sldMk cId="0" sldId="256"/>
            <ac:cxnSpMk id="117" creationId="{510C815B-E73D-EE18-E038-CA67F22B2825}"/>
          </ac:cxnSpMkLst>
        </pc:cxnChg>
        <pc:cxnChg chg="add del mod">
          <ac:chgData name="Mingyu Liu" userId="19f664cf-9b7b-47f9-b3d3-9c1f9bb0ccc5" providerId="ADAL" clId="{7C9E51F7-9E68-416A-B3C5-54511BBB6572}" dt="2024-08-01T19:11:56.267" v="443" actId="478"/>
          <ac:cxnSpMkLst>
            <pc:docMk/>
            <pc:sldMk cId="0" sldId="256"/>
            <ac:cxnSpMk id="132" creationId="{F411D507-4278-2151-C362-6EB5C96FDF87}"/>
          </ac:cxnSpMkLst>
        </pc:cxnChg>
        <pc:cxnChg chg="add del mod">
          <ac:chgData name="Mingyu Liu" userId="19f664cf-9b7b-47f9-b3d3-9c1f9bb0ccc5" providerId="ADAL" clId="{7C9E51F7-9E68-416A-B3C5-54511BBB6572}" dt="2024-08-01T19:15:16.403" v="453" actId="478"/>
          <ac:cxnSpMkLst>
            <pc:docMk/>
            <pc:sldMk cId="0" sldId="256"/>
            <ac:cxnSpMk id="152" creationId="{325C67B6-0006-3969-40E1-B624054C19FF}"/>
          </ac:cxnSpMkLst>
        </pc:cxnChg>
        <pc:cxnChg chg="add mod">
          <ac:chgData name="Mingyu Liu" userId="19f664cf-9b7b-47f9-b3d3-9c1f9bb0ccc5" providerId="ADAL" clId="{7C9E51F7-9E68-416A-B3C5-54511BBB6572}" dt="2024-08-01T19:12:21.154" v="446" actId="14100"/>
          <ac:cxnSpMkLst>
            <pc:docMk/>
            <pc:sldMk cId="0" sldId="256"/>
            <ac:cxnSpMk id="154" creationId="{A5CAD098-75AE-FFA5-17E1-1E7AA8899789}"/>
          </ac:cxnSpMkLst>
        </pc:cxnChg>
        <pc:cxnChg chg="add">
          <ac:chgData name="Mingyu Liu" userId="19f664cf-9b7b-47f9-b3d3-9c1f9bb0ccc5" providerId="ADAL" clId="{7C9E51F7-9E68-416A-B3C5-54511BBB6572}" dt="2024-08-01T19:21:57.048" v="538" actId="11529"/>
          <ac:cxnSpMkLst>
            <pc:docMk/>
            <pc:sldMk cId="0" sldId="256"/>
            <ac:cxnSpMk id="162" creationId="{CD66DFD1-8CBD-D685-8F03-69C525C2FECF}"/>
          </ac:cxnSpMkLst>
        </pc:cxnChg>
        <pc:cxnChg chg="add">
          <ac:chgData name="Mingyu Liu" userId="19f664cf-9b7b-47f9-b3d3-9c1f9bb0ccc5" providerId="ADAL" clId="{7C9E51F7-9E68-416A-B3C5-54511BBB6572}" dt="2024-08-01T19:22:12.788" v="539" actId="11529"/>
          <ac:cxnSpMkLst>
            <pc:docMk/>
            <pc:sldMk cId="0" sldId="256"/>
            <ac:cxnSpMk id="164" creationId="{A888E323-0110-06EB-5C33-32BF44EA5C0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" name="Google Shape;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81380" y="1276943"/>
            <a:ext cx="8851330" cy="4939431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0C09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3"/>
          <p:cNvGrpSpPr/>
          <p:nvPr/>
        </p:nvGrpSpPr>
        <p:grpSpPr>
          <a:xfrm>
            <a:off x="270" y="832713"/>
            <a:ext cx="9143461" cy="472802"/>
            <a:chOff x="0" y="816135"/>
            <a:chExt cx="8961438" cy="463390"/>
          </a:xfrm>
        </p:grpSpPr>
        <p:sp>
          <p:nvSpPr>
            <p:cNvPr id="22" name="Google Shape;22;p3"/>
            <p:cNvSpPr/>
            <p:nvPr/>
          </p:nvSpPr>
          <p:spPr>
            <a:xfrm>
              <a:off x="0" y="816135"/>
              <a:ext cx="8961438" cy="463390"/>
            </a:xfrm>
            <a:prstGeom prst="rect">
              <a:avLst/>
            </a:prstGeom>
            <a:gradFill>
              <a:gsLst>
                <a:gs pos="0">
                  <a:srgbClr val="F2F2F2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" name="Google Shape;23;p3"/>
            <p:cNvCxnSpPr/>
            <p:nvPr/>
          </p:nvCxnSpPr>
          <p:spPr>
            <a:xfrm>
              <a:off x="0" y="816135"/>
              <a:ext cx="8961438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24" name="Google Shape;24;p3"/>
          <p:cNvCxnSpPr/>
          <p:nvPr/>
        </p:nvCxnSpPr>
        <p:spPr>
          <a:xfrm rot="-5400000" flipH="1">
            <a:off x="3375264" y="4929170"/>
            <a:ext cx="806700" cy="133800"/>
          </a:xfrm>
          <a:prstGeom prst="bentConnector2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3"/>
          <p:cNvCxnSpPr/>
          <p:nvPr/>
        </p:nvCxnSpPr>
        <p:spPr>
          <a:xfrm rot="-5400000" flipH="1">
            <a:off x="3336024" y="2614360"/>
            <a:ext cx="673200" cy="204300"/>
          </a:xfrm>
          <a:prstGeom prst="bentConnector3">
            <a:avLst>
              <a:gd name="adj1" fmla="val 0"/>
            </a:avLst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26;p3"/>
          <p:cNvCxnSpPr/>
          <p:nvPr/>
        </p:nvCxnSpPr>
        <p:spPr>
          <a:xfrm rot="-5400000">
            <a:off x="3375139" y="4090202"/>
            <a:ext cx="673200" cy="204300"/>
          </a:xfrm>
          <a:prstGeom prst="bentConnector3">
            <a:avLst>
              <a:gd name="adj1" fmla="val 0"/>
            </a:avLst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 rot="-5400000">
            <a:off x="3336024" y="1941160"/>
            <a:ext cx="673200" cy="204300"/>
          </a:xfrm>
          <a:prstGeom prst="bentConnector3">
            <a:avLst>
              <a:gd name="adj1" fmla="val 0"/>
            </a:avLst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8" name="Google Shape;28;p3"/>
          <p:cNvGrpSpPr/>
          <p:nvPr/>
        </p:nvGrpSpPr>
        <p:grpSpPr>
          <a:xfrm>
            <a:off x="255769" y="3253184"/>
            <a:ext cx="2547934" cy="425774"/>
            <a:chOff x="181336" y="3496200"/>
            <a:chExt cx="2745459" cy="465566"/>
          </a:xfrm>
        </p:grpSpPr>
        <p:grpSp>
          <p:nvGrpSpPr>
            <p:cNvPr id="29" name="Google Shape;29;p3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30" name="Google Shape;30;p3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3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32;p3"/>
            <p:cNvGrpSpPr/>
            <p:nvPr/>
          </p:nvGrpSpPr>
          <p:grpSpPr>
            <a:xfrm>
              <a:off x="181336" y="3496200"/>
              <a:ext cx="1440859" cy="465566"/>
              <a:chOff x="4934192" y="1056229"/>
              <a:chExt cx="1278689" cy="444628"/>
            </a:xfrm>
          </p:grpSpPr>
          <p:sp>
            <p:nvSpPr>
              <p:cNvPr id="33" name="Google Shape;33;p3"/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3"/>
              <p:cNvSpPr txBox="1"/>
              <p:nvPr/>
            </p:nvSpPr>
            <p:spPr>
              <a:xfrm>
                <a:off x="4985843" y="1066469"/>
                <a:ext cx="1227038" cy="1767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1100" b="1" i="0" u="none" strike="noStrike" cap="none" dirty="0" err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Monalco</a:t>
                </a:r>
                <a:r>
                  <a:rPr lang="en-US" sz="1100" b="1" i="0" u="none" strike="noStrike" cap="none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lang="en-US" altLang="zh-CN" sz="1100" b="1" i="0" u="none" strike="noStrike" cap="none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r>
                  <a:rPr lang="en-US" sz="1100" b="1" i="0" u="none" strike="noStrike" cap="none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rofit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37" name="Google Shape;37;p3"/>
          <p:cNvCxnSpPr>
            <a:cxnSpLocks/>
          </p:cNvCxnSpPr>
          <p:nvPr/>
        </p:nvCxnSpPr>
        <p:spPr>
          <a:xfrm>
            <a:off x="1490047" y="3457638"/>
            <a:ext cx="1227838" cy="102982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3"/>
          <p:cNvCxnSpPr>
            <a:cxnSpLocks/>
          </p:cNvCxnSpPr>
          <p:nvPr/>
        </p:nvCxnSpPr>
        <p:spPr>
          <a:xfrm flipV="1">
            <a:off x="1438003" y="2385664"/>
            <a:ext cx="1314382" cy="106510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" name="Google Shape;45;p3"/>
          <p:cNvGrpSpPr/>
          <p:nvPr/>
        </p:nvGrpSpPr>
        <p:grpSpPr>
          <a:xfrm>
            <a:off x="3603473" y="4446347"/>
            <a:ext cx="155774" cy="155774"/>
            <a:chOff x="4283114" y="-597224"/>
            <a:chExt cx="170332" cy="170332"/>
          </a:xfrm>
        </p:grpSpPr>
        <p:sp>
          <p:nvSpPr>
            <p:cNvPr id="46" name="Google Shape;46;p3"/>
            <p:cNvSpPr/>
            <p:nvPr/>
          </p:nvSpPr>
          <p:spPr>
            <a:xfrm>
              <a:off x="4283114" y="-597224"/>
              <a:ext cx="170332" cy="170332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4308743" y="-571595"/>
              <a:ext cx="119073" cy="119073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83" y="0"/>
                  </a:moveTo>
                  <a:lnTo>
                    <a:pt x="119" y="0"/>
                  </a:lnTo>
                  <a:lnTo>
                    <a:pt x="119" y="83"/>
                  </a:lnTo>
                  <a:lnTo>
                    <a:pt x="204" y="83"/>
                  </a:lnTo>
                  <a:lnTo>
                    <a:pt x="204" y="119"/>
                  </a:lnTo>
                  <a:lnTo>
                    <a:pt x="119" y="119"/>
                  </a:lnTo>
                  <a:lnTo>
                    <a:pt x="119" y="204"/>
                  </a:lnTo>
                  <a:lnTo>
                    <a:pt x="83" y="204"/>
                  </a:lnTo>
                  <a:lnTo>
                    <a:pt x="83" y="119"/>
                  </a:lnTo>
                  <a:lnTo>
                    <a:pt x="0" y="119"/>
                  </a:lnTo>
                  <a:lnTo>
                    <a:pt x="0" y="83"/>
                  </a:lnTo>
                  <a:lnTo>
                    <a:pt x="83" y="8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3275" tIns="46625" rIns="93275" bIns="46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p3"/>
          <p:cNvGrpSpPr/>
          <p:nvPr/>
        </p:nvGrpSpPr>
        <p:grpSpPr>
          <a:xfrm>
            <a:off x="2411188" y="2154480"/>
            <a:ext cx="2547936" cy="425774"/>
            <a:chOff x="181335" y="3496200"/>
            <a:chExt cx="2745460" cy="465566"/>
          </a:xfrm>
        </p:grpSpPr>
        <p:grpSp>
          <p:nvGrpSpPr>
            <p:cNvPr id="49" name="Google Shape;49;p3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50" name="Google Shape;50;p3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3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" name="Google Shape;52;p3"/>
            <p:cNvGrpSpPr/>
            <p:nvPr/>
          </p:nvGrpSpPr>
          <p:grpSpPr>
            <a:xfrm>
              <a:off x="181335" y="3496200"/>
              <a:ext cx="1275292" cy="465566"/>
              <a:chOff x="4934192" y="1056229"/>
              <a:chExt cx="1131757" cy="444628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3"/>
              <p:cNvSpPr txBox="1"/>
              <p:nvPr/>
            </p:nvSpPr>
            <p:spPr>
              <a:xfrm>
                <a:off x="4954832" y="1080554"/>
                <a:ext cx="769475" cy="2249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Revenue</a:t>
                </a:r>
                <a:endParaRPr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3"/>
          <p:cNvGrpSpPr/>
          <p:nvPr/>
        </p:nvGrpSpPr>
        <p:grpSpPr>
          <a:xfrm>
            <a:off x="2411189" y="4293872"/>
            <a:ext cx="2547935" cy="454180"/>
            <a:chOff x="181336" y="3496200"/>
            <a:chExt cx="2745459" cy="496627"/>
          </a:xfrm>
        </p:grpSpPr>
        <p:grpSp>
          <p:nvGrpSpPr>
            <p:cNvPr id="58" name="Google Shape;58;p3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59" name="Google Shape;59;p3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3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Google Shape;61;p3"/>
            <p:cNvGrpSpPr/>
            <p:nvPr/>
          </p:nvGrpSpPr>
          <p:grpSpPr>
            <a:xfrm>
              <a:off x="181336" y="3496200"/>
              <a:ext cx="1568776" cy="496627"/>
              <a:chOff x="4934192" y="1056229"/>
              <a:chExt cx="1392209" cy="474292"/>
            </a:xfrm>
          </p:grpSpPr>
          <p:sp>
            <p:nvSpPr>
              <p:cNvPr id="62" name="Google Shape;62;p3"/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3"/>
              <p:cNvSpPr txBox="1"/>
              <p:nvPr/>
            </p:nvSpPr>
            <p:spPr>
              <a:xfrm>
                <a:off x="4970786" y="1080555"/>
                <a:ext cx="1355615" cy="4499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altLang="zh-CN" sz="1100" b="1" dirty="0">
                    <a:solidFill>
                      <a:srgbClr val="FFFFFF"/>
                    </a:solidFill>
                  </a:rPr>
                  <a:t>Production Cost</a:t>
                </a:r>
                <a:r>
                  <a:rPr lang="en-US" altLang="zh-CN" b="1" dirty="0">
                    <a:solidFill>
                      <a:srgbClr val="FFFFFF"/>
                    </a:solidFill>
                  </a:rPr>
                  <a:t> </a:t>
                </a:r>
                <a:r>
                  <a:rPr lang="en-US" altLang="zh-CN" b="1" dirty="0" err="1">
                    <a:solidFill>
                      <a:srgbClr val="FFFFFF"/>
                    </a:solidFill>
                  </a:rPr>
                  <a:t>CostCosts</a:t>
                </a:r>
                <a:endParaRPr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" name="Google Shape;66;p3"/>
          <p:cNvGrpSpPr/>
          <p:nvPr/>
        </p:nvGrpSpPr>
        <p:grpSpPr>
          <a:xfrm>
            <a:off x="3845567" y="5141548"/>
            <a:ext cx="2547935" cy="425774"/>
            <a:chOff x="181336" y="3496200"/>
            <a:chExt cx="2745459" cy="465566"/>
          </a:xfrm>
        </p:grpSpPr>
        <p:sp>
          <p:nvSpPr>
            <p:cNvPr id="69" name="Google Shape;69;p3"/>
            <p:cNvSpPr txBox="1"/>
            <p:nvPr/>
          </p:nvSpPr>
          <p:spPr>
            <a:xfrm>
              <a:off x="2555058" y="3521670"/>
              <a:ext cx="371737" cy="1548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79C16"/>
                </a:buClr>
                <a:buSzPts val="714"/>
                <a:buFont typeface="Arial"/>
                <a:buNone/>
              </a:pPr>
              <a:r>
                <a:rPr lang="en-US" sz="714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($)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3"/>
            <p:cNvGrpSpPr/>
            <p:nvPr/>
          </p:nvGrpSpPr>
          <p:grpSpPr>
            <a:xfrm>
              <a:off x="181336" y="3496200"/>
              <a:ext cx="1843452" cy="465566"/>
              <a:chOff x="4934192" y="1056229"/>
              <a:chExt cx="1635970" cy="444628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 txBox="1"/>
              <p:nvPr/>
            </p:nvSpPr>
            <p:spPr>
              <a:xfrm>
                <a:off x="4940566" y="1115566"/>
                <a:ext cx="1629596" cy="128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800" b="1" dirty="0">
                    <a:solidFill>
                      <a:srgbClr val="FFFFFF"/>
                    </a:solidFill>
                  </a:rPr>
                  <a:t>Tons of Ore Produced</a:t>
                </a:r>
                <a:endParaRPr sz="8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" name="Google Shape;75;p3"/>
          <p:cNvGrpSpPr/>
          <p:nvPr/>
        </p:nvGrpSpPr>
        <p:grpSpPr>
          <a:xfrm>
            <a:off x="3787349" y="1483810"/>
            <a:ext cx="2547936" cy="425774"/>
            <a:chOff x="181335" y="3496200"/>
            <a:chExt cx="2745460" cy="465566"/>
          </a:xfrm>
        </p:grpSpPr>
        <p:grpSp>
          <p:nvGrpSpPr>
            <p:cNvPr id="76" name="Google Shape;76;p3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77" name="Google Shape;77;p3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79;p3"/>
            <p:cNvGrpSpPr/>
            <p:nvPr/>
          </p:nvGrpSpPr>
          <p:grpSpPr>
            <a:xfrm>
              <a:off x="181335" y="3496200"/>
              <a:ext cx="1275292" cy="465566"/>
              <a:chOff x="4934192" y="1056229"/>
              <a:chExt cx="1131757" cy="444628"/>
            </a:xfrm>
          </p:grpSpPr>
          <p:sp>
            <p:nvSpPr>
              <p:cNvPr id="80" name="Google Shape;80;p3"/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 txBox="1"/>
              <p:nvPr/>
            </p:nvSpPr>
            <p:spPr>
              <a:xfrm>
                <a:off x="4954832" y="1080554"/>
                <a:ext cx="769475" cy="2249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b="1" dirty="0">
                    <a:solidFill>
                      <a:srgbClr val="FFFFFF"/>
                    </a:solidFill>
                  </a:rPr>
                  <a:t>Ore Price</a:t>
                </a:r>
                <a:endParaRPr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4" name="Google Shape;84;p3"/>
          <p:cNvGrpSpPr/>
          <p:nvPr/>
        </p:nvGrpSpPr>
        <p:grpSpPr>
          <a:xfrm>
            <a:off x="3797555" y="2796716"/>
            <a:ext cx="2547936" cy="425774"/>
            <a:chOff x="181335" y="3496200"/>
            <a:chExt cx="2745460" cy="465566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86" name="Google Shape;86;p3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88;p3"/>
            <p:cNvGrpSpPr/>
            <p:nvPr/>
          </p:nvGrpSpPr>
          <p:grpSpPr>
            <a:xfrm>
              <a:off x="181335" y="3496200"/>
              <a:ext cx="1275292" cy="465566"/>
              <a:chOff x="4934192" y="1056229"/>
              <a:chExt cx="1131757" cy="444628"/>
            </a:xfrm>
          </p:grpSpPr>
          <p:sp>
            <p:nvSpPr>
              <p:cNvPr id="89" name="Google Shape;89;p3"/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 txBox="1"/>
              <p:nvPr/>
            </p:nvSpPr>
            <p:spPr>
              <a:xfrm>
                <a:off x="4954832" y="1080554"/>
                <a:ext cx="769475" cy="2249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 txBox="1"/>
              <p:nvPr/>
            </p:nvSpPr>
            <p:spPr>
              <a:xfrm>
                <a:off x="4973777" y="1085927"/>
                <a:ext cx="789747" cy="2249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altLang="zh-CN" b="1" dirty="0">
                    <a:solidFill>
                      <a:srgbClr val="FFFFFF"/>
                    </a:solidFill>
                  </a:rPr>
                  <a:t>Ore Sales</a:t>
                </a:r>
                <a:endParaRPr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3" name="Google Shape;93;p3"/>
          <p:cNvGrpSpPr/>
          <p:nvPr/>
        </p:nvGrpSpPr>
        <p:grpSpPr>
          <a:xfrm>
            <a:off x="3804421" y="3339616"/>
            <a:ext cx="2547936" cy="686870"/>
            <a:chOff x="181335" y="3210703"/>
            <a:chExt cx="2745460" cy="751064"/>
          </a:xfrm>
        </p:grpSpPr>
        <p:grpSp>
          <p:nvGrpSpPr>
            <p:cNvPr id="94" name="Google Shape;94;p3"/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95" name="Google Shape;95;p3"/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3"/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" name="Google Shape;97;p3"/>
            <p:cNvGrpSpPr/>
            <p:nvPr/>
          </p:nvGrpSpPr>
          <p:grpSpPr>
            <a:xfrm>
              <a:off x="181335" y="3210703"/>
              <a:ext cx="2683863" cy="751064"/>
              <a:chOff x="4934192" y="783571"/>
              <a:chExt cx="2381792" cy="717286"/>
            </a:xfrm>
          </p:grpSpPr>
          <p:sp>
            <p:nvSpPr>
              <p:cNvPr id="98" name="Google Shape;98;p3"/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3"/>
              <p:cNvSpPr txBox="1"/>
              <p:nvPr/>
            </p:nvSpPr>
            <p:spPr>
              <a:xfrm>
                <a:off x="6206597" y="783571"/>
                <a:ext cx="1109387" cy="1147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dirty="0">
                    <a:solidFill>
                      <a:srgbClr val="FFFFFF"/>
                    </a:solidFill>
                  </a:rPr>
                  <a:t>Operational Costs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183951" y="356003"/>
            <a:ext cx="8618537" cy="29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900" dirty="0" err="1"/>
              <a:t>Monalco</a:t>
            </a:r>
            <a:r>
              <a:rPr lang="en-US" sz="1900" dirty="0"/>
              <a:t> Value Driver Tree</a:t>
            </a:r>
            <a:endParaRPr dirty="0"/>
          </a:p>
        </p:txBody>
      </p:sp>
      <p:sp>
        <p:nvSpPr>
          <p:cNvPr id="103" name="Google Shape;103;p3"/>
          <p:cNvSpPr/>
          <p:nvPr/>
        </p:nvSpPr>
        <p:spPr>
          <a:xfrm>
            <a:off x="171451" y="17463"/>
            <a:ext cx="259365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STRUCTURED FOUNDATIONS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30229-486A-1F9F-AF0B-00BE3A388349}"/>
              </a:ext>
            </a:extLst>
          </p:cNvPr>
          <p:cNvSpPr txBox="1"/>
          <p:nvPr/>
        </p:nvSpPr>
        <p:spPr>
          <a:xfrm>
            <a:off x="246291" y="3438882"/>
            <a:ext cx="400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E63D9-6AD5-6DD9-A579-E41EA9218687}"/>
              </a:ext>
            </a:extLst>
          </p:cNvPr>
          <p:cNvSpPr txBox="1"/>
          <p:nvPr/>
        </p:nvSpPr>
        <p:spPr>
          <a:xfrm>
            <a:off x="2403755" y="2345449"/>
            <a:ext cx="400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60EE4-77CC-2E36-2C56-DDEAFB64E990}"/>
              </a:ext>
            </a:extLst>
          </p:cNvPr>
          <p:cNvSpPr txBox="1"/>
          <p:nvPr/>
        </p:nvSpPr>
        <p:spPr>
          <a:xfrm>
            <a:off x="3805953" y="1668785"/>
            <a:ext cx="576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$/ton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C21B0-887A-C129-8832-42A88BA71A4E}"/>
              </a:ext>
            </a:extLst>
          </p:cNvPr>
          <p:cNvSpPr txBox="1"/>
          <p:nvPr/>
        </p:nvSpPr>
        <p:spPr>
          <a:xfrm>
            <a:off x="3764720" y="2987768"/>
            <a:ext cx="319532" cy="312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8D9C1-2568-0B48-BBC4-5A6AD91B4A63}"/>
              </a:ext>
            </a:extLst>
          </p:cNvPr>
          <p:cNvSpPr txBox="1"/>
          <p:nvPr/>
        </p:nvSpPr>
        <p:spPr>
          <a:xfrm>
            <a:off x="2400682" y="4489703"/>
            <a:ext cx="636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$/ton</a:t>
            </a:r>
          </a:p>
        </p:txBody>
      </p:sp>
      <p:cxnSp>
        <p:nvCxnSpPr>
          <p:cNvPr id="12" name="Google Shape;26;p3">
            <a:extLst>
              <a:ext uri="{FF2B5EF4-FFF2-40B4-BE49-F238E27FC236}">
                <a16:creationId xmlns:a16="http://schemas.microsoft.com/office/drawing/2014/main" id="{DCB5E102-B61B-A605-37A6-977E38723F38}"/>
              </a:ext>
            </a:extLst>
          </p:cNvPr>
          <p:cNvCxnSpPr/>
          <p:nvPr/>
        </p:nvCxnSpPr>
        <p:spPr>
          <a:xfrm rot="-5400000">
            <a:off x="4869206" y="3438364"/>
            <a:ext cx="673200" cy="204300"/>
          </a:xfrm>
          <a:prstGeom prst="bentConnector3">
            <a:avLst>
              <a:gd name="adj1" fmla="val 0"/>
            </a:avLst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3" name="Google Shape;45;p3">
            <a:extLst>
              <a:ext uri="{FF2B5EF4-FFF2-40B4-BE49-F238E27FC236}">
                <a16:creationId xmlns:a16="http://schemas.microsoft.com/office/drawing/2014/main" id="{6522B12A-3AC7-3F74-0778-ED4C02A5C89C}"/>
              </a:ext>
            </a:extLst>
          </p:cNvPr>
          <p:cNvGrpSpPr/>
          <p:nvPr/>
        </p:nvGrpSpPr>
        <p:grpSpPr>
          <a:xfrm>
            <a:off x="5097540" y="3794509"/>
            <a:ext cx="155774" cy="155774"/>
            <a:chOff x="4283114" y="-597224"/>
            <a:chExt cx="170332" cy="170332"/>
          </a:xfrm>
        </p:grpSpPr>
        <p:sp>
          <p:nvSpPr>
            <p:cNvPr id="14" name="Google Shape;46;p3">
              <a:extLst>
                <a:ext uri="{FF2B5EF4-FFF2-40B4-BE49-F238E27FC236}">
                  <a16:creationId xmlns:a16="http://schemas.microsoft.com/office/drawing/2014/main" id="{733C0397-5F53-E6E3-0027-05A182923290}"/>
                </a:ext>
              </a:extLst>
            </p:cNvPr>
            <p:cNvSpPr/>
            <p:nvPr/>
          </p:nvSpPr>
          <p:spPr>
            <a:xfrm>
              <a:off x="4283114" y="-597224"/>
              <a:ext cx="170332" cy="170332"/>
            </a:xfrm>
            <a:prstGeom prst="ellipse">
              <a:avLst/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47;p3">
              <a:extLst>
                <a:ext uri="{FF2B5EF4-FFF2-40B4-BE49-F238E27FC236}">
                  <a16:creationId xmlns:a16="http://schemas.microsoft.com/office/drawing/2014/main" id="{9B773A89-1E9A-4187-42ED-899DAC38753E}"/>
                </a:ext>
              </a:extLst>
            </p:cNvPr>
            <p:cNvSpPr/>
            <p:nvPr/>
          </p:nvSpPr>
          <p:spPr>
            <a:xfrm>
              <a:off x="4308743" y="-571595"/>
              <a:ext cx="119073" cy="119073"/>
            </a:xfrm>
            <a:custGeom>
              <a:avLst/>
              <a:gdLst/>
              <a:ahLst/>
              <a:cxnLst/>
              <a:rect l="l" t="t" r="r" b="b"/>
              <a:pathLst>
                <a:path w="204" h="204" extrusionOk="0">
                  <a:moveTo>
                    <a:pt x="83" y="0"/>
                  </a:moveTo>
                  <a:lnTo>
                    <a:pt x="119" y="0"/>
                  </a:lnTo>
                  <a:lnTo>
                    <a:pt x="119" y="83"/>
                  </a:lnTo>
                  <a:lnTo>
                    <a:pt x="204" y="83"/>
                  </a:lnTo>
                  <a:lnTo>
                    <a:pt x="204" y="119"/>
                  </a:lnTo>
                  <a:lnTo>
                    <a:pt x="119" y="119"/>
                  </a:lnTo>
                  <a:lnTo>
                    <a:pt x="119" y="204"/>
                  </a:lnTo>
                  <a:lnTo>
                    <a:pt x="83" y="204"/>
                  </a:lnTo>
                  <a:lnTo>
                    <a:pt x="83" y="119"/>
                  </a:lnTo>
                  <a:lnTo>
                    <a:pt x="0" y="119"/>
                  </a:lnTo>
                  <a:lnTo>
                    <a:pt x="0" y="83"/>
                  </a:lnTo>
                  <a:lnTo>
                    <a:pt x="83" y="8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3275" tIns="46625" rIns="93275" bIns="466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8"/>
                <a:buFont typeface="Arial"/>
                <a:buNone/>
              </a:pPr>
              <a:endParaRPr sz="142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93;p3">
            <a:extLst>
              <a:ext uri="{FF2B5EF4-FFF2-40B4-BE49-F238E27FC236}">
                <a16:creationId xmlns:a16="http://schemas.microsoft.com/office/drawing/2014/main" id="{C4936355-5C02-3700-B3AA-88BD04CC1C7A}"/>
              </a:ext>
            </a:extLst>
          </p:cNvPr>
          <p:cNvGrpSpPr/>
          <p:nvPr/>
        </p:nvGrpSpPr>
        <p:grpSpPr>
          <a:xfrm>
            <a:off x="3814937" y="3206423"/>
            <a:ext cx="4040955" cy="617442"/>
            <a:chOff x="-1427427" y="3496201"/>
            <a:chExt cx="4354222" cy="675147"/>
          </a:xfrm>
        </p:grpSpPr>
        <p:grpSp>
          <p:nvGrpSpPr>
            <p:cNvPr id="17" name="Google Shape;94;p3">
              <a:extLst>
                <a:ext uri="{FF2B5EF4-FFF2-40B4-BE49-F238E27FC236}">
                  <a16:creationId xmlns:a16="http://schemas.microsoft.com/office/drawing/2014/main" id="{EE6637D6-0BE1-BC5B-314D-74EE2B8DBF8F}"/>
                </a:ext>
              </a:extLst>
            </p:cNvPr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114" name="Google Shape;95;p3">
                <a:extLst>
                  <a:ext uri="{FF2B5EF4-FFF2-40B4-BE49-F238E27FC236}">
                    <a16:creationId xmlns:a16="http://schemas.microsoft.com/office/drawing/2014/main" id="{F414F516-7810-81A1-F7AF-22F2A87083CC}"/>
                  </a:ext>
                </a:extLst>
              </p:cNvPr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96;p3">
                <a:extLst>
                  <a:ext uri="{FF2B5EF4-FFF2-40B4-BE49-F238E27FC236}">
                    <a16:creationId xmlns:a16="http://schemas.microsoft.com/office/drawing/2014/main" id="{9F780B1B-7B18-0CB5-2E02-3A4463D3E27D}"/>
                  </a:ext>
                </a:extLst>
              </p:cNvPr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97;p3">
              <a:extLst>
                <a:ext uri="{FF2B5EF4-FFF2-40B4-BE49-F238E27FC236}">
                  <a16:creationId xmlns:a16="http://schemas.microsoft.com/office/drawing/2014/main" id="{E2D65107-FB46-59CC-E2A3-4D4C47C96C42}"/>
                </a:ext>
              </a:extLst>
            </p:cNvPr>
            <p:cNvGrpSpPr/>
            <p:nvPr/>
          </p:nvGrpSpPr>
          <p:grpSpPr>
            <a:xfrm>
              <a:off x="-1427427" y="3496201"/>
              <a:ext cx="2884053" cy="675147"/>
              <a:chOff x="3506498" y="1056229"/>
              <a:chExt cx="2559451" cy="644783"/>
            </a:xfrm>
          </p:grpSpPr>
          <p:sp>
            <p:nvSpPr>
              <p:cNvPr id="19" name="Google Shape;98;p3">
                <a:extLst>
                  <a:ext uri="{FF2B5EF4-FFF2-40B4-BE49-F238E27FC236}">
                    <a16:creationId xmlns:a16="http://schemas.microsoft.com/office/drawing/2014/main" id="{1DECC6EF-650E-3529-7360-C14A5313AA0E}"/>
                  </a:ext>
                </a:extLst>
              </p:cNvPr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99;p3">
                <a:extLst>
                  <a:ext uri="{FF2B5EF4-FFF2-40B4-BE49-F238E27FC236}">
                    <a16:creationId xmlns:a16="http://schemas.microsoft.com/office/drawing/2014/main" id="{1B0B8826-9583-166D-2B65-3753E9965862}"/>
                  </a:ext>
                </a:extLst>
              </p:cNvPr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 dirty="0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00;p3">
                <a:extLst>
                  <a:ext uri="{FF2B5EF4-FFF2-40B4-BE49-F238E27FC236}">
                    <a16:creationId xmlns:a16="http://schemas.microsoft.com/office/drawing/2014/main" id="{D88BB645-2F30-0EC9-8EAF-A89964DC2438}"/>
                  </a:ext>
                </a:extLst>
              </p:cNvPr>
              <p:cNvSpPr txBox="1"/>
              <p:nvPr/>
            </p:nvSpPr>
            <p:spPr>
              <a:xfrm>
                <a:off x="3506498" y="1524239"/>
                <a:ext cx="1252412" cy="1767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1100" b="1" dirty="0">
                    <a:solidFill>
                      <a:srgbClr val="FFFFFF"/>
                    </a:solidFill>
                  </a:rPr>
                  <a:t>Operational Costs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01;p3">
                <a:extLst>
                  <a:ext uri="{FF2B5EF4-FFF2-40B4-BE49-F238E27FC236}">
                    <a16:creationId xmlns:a16="http://schemas.microsoft.com/office/drawing/2014/main" id="{76662B30-5CEC-04A6-64EA-44D44C860627}"/>
                  </a:ext>
                </a:extLst>
              </p:cNvPr>
              <p:cNvSpPr txBox="1"/>
              <p:nvPr/>
            </p:nvSpPr>
            <p:spPr>
              <a:xfrm>
                <a:off x="4995704" y="1099653"/>
                <a:ext cx="998753" cy="1928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1200" b="1" dirty="0">
                    <a:solidFill>
                      <a:srgbClr val="FFFFFF"/>
                    </a:solidFill>
                  </a:rPr>
                  <a:t>Fixed Costs</a:t>
                </a:r>
                <a:endParaRPr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10C815B-E73D-EE18-E038-CA67F22B2825}"/>
              </a:ext>
            </a:extLst>
          </p:cNvPr>
          <p:cNvCxnSpPr/>
          <p:nvPr/>
        </p:nvCxnSpPr>
        <p:spPr>
          <a:xfrm>
            <a:off x="4981095" y="3853963"/>
            <a:ext cx="2915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C4B6E5D-ACD0-8EED-42E8-DCA9E98C5EB5}"/>
              </a:ext>
            </a:extLst>
          </p:cNvPr>
          <p:cNvSpPr txBox="1"/>
          <p:nvPr/>
        </p:nvSpPr>
        <p:spPr>
          <a:xfrm>
            <a:off x="3793478" y="5328128"/>
            <a:ext cx="636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tons</a:t>
            </a:r>
          </a:p>
        </p:txBody>
      </p:sp>
      <p:grpSp>
        <p:nvGrpSpPr>
          <p:cNvPr id="122" name="Google Shape;93;p3">
            <a:extLst>
              <a:ext uri="{FF2B5EF4-FFF2-40B4-BE49-F238E27FC236}">
                <a16:creationId xmlns:a16="http://schemas.microsoft.com/office/drawing/2014/main" id="{0EEA1847-32C9-7F39-D282-A2F7185F77EA}"/>
              </a:ext>
            </a:extLst>
          </p:cNvPr>
          <p:cNvGrpSpPr/>
          <p:nvPr/>
        </p:nvGrpSpPr>
        <p:grpSpPr>
          <a:xfrm>
            <a:off x="3852187" y="4198621"/>
            <a:ext cx="4040955" cy="617442"/>
            <a:chOff x="-1427427" y="3496201"/>
            <a:chExt cx="4354222" cy="675147"/>
          </a:xfrm>
        </p:grpSpPr>
        <p:grpSp>
          <p:nvGrpSpPr>
            <p:cNvPr id="123" name="Google Shape;94;p3">
              <a:extLst>
                <a:ext uri="{FF2B5EF4-FFF2-40B4-BE49-F238E27FC236}">
                  <a16:creationId xmlns:a16="http://schemas.microsoft.com/office/drawing/2014/main" id="{DE3A40DC-50DF-CC83-870E-1B61853BDE0D}"/>
                </a:ext>
              </a:extLst>
            </p:cNvPr>
            <p:cNvGrpSpPr/>
            <p:nvPr/>
          </p:nvGrpSpPr>
          <p:grpSpPr>
            <a:xfrm>
              <a:off x="1699968" y="3521670"/>
              <a:ext cx="1226827" cy="154830"/>
              <a:chOff x="4954832" y="1080555"/>
              <a:chExt cx="1088747" cy="147867"/>
            </a:xfrm>
          </p:grpSpPr>
          <p:sp>
            <p:nvSpPr>
              <p:cNvPr id="129" name="Google Shape;95;p3">
                <a:extLst>
                  <a:ext uri="{FF2B5EF4-FFF2-40B4-BE49-F238E27FC236}">
                    <a16:creationId xmlns:a16="http://schemas.microsoft.com/office/drawing/2014/main" id="{94090B33-0987-BCE6-481B-102303F7DC73}"/>
                  </a:ext>
                </a:extLst>
              </p:cNvPr>
              <p:cNvSpPr txBox="1"/>
              <p:nvPr/>
            </p:nvSpPr>
            <p:spPr>
              <a:xfrm>
                <a:off x="4954832" y="1080555"/>
                <a:ext cx="769475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Coal based costs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96;p3">
                <a:extLst>
                  <a:ext uri="{FF2B5EF4-FFF2-40B4-BE49-F238E27FC236}">
                    <a16:creationId xmlns:a16="http://schemas.microsoft.com/office/drawing/2014/main" id="{140F8FB2-F64C-B36A-1A15-74E5C13CDFAF}"/>
                  </a:ext>
                </a:extLst>
              </p:cNvPr>
              <p:cNvSpPr txBox="1"/>
              <p:nvPr/>
            </p:nvSpPr>
            <p:spPr>
              <a:xfrm>
                <a:off x="5713681" y="1080555"/>
                <a:ext cx="329898" cy="147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714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($)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97;p3">
              <a:extLst>
                <a:ext uri="{FF2B5EF4-FFF2-40B4-BE49-F238E27FC236}">
                  <a16:creationId xmlns:a16="http://schemas.microsoft.com/office/drawing/2014/main" id="{81E03938-28AF-4968-4EA9-15A41391F95E}"/>
                </a:ext>
              </a:extLst>
            </p:cNvPr>
            <p:cNvGrpSpPr/>
            <p:nvPr/>
          </p:nvGrpSpPr>
          <p:grpSpPr>
            <a:xfrm>
              <a:off x="-1427427" y="3496201"/>
              <a:ext cx="2884053" cy="675147"/>
              <a:chOff x="3506498" y="1056229"/>
              <a:chExt cx="2559451" cy="644783"/>
            </a:xfrm>
          </p:grpSpPr>
          <p:sp>
            <p:nvSpPr>
              <p:cNvPr id="125" name="Google Shape;98;p3">
                <a:extLst>
                  <a:ext uri="{FF2B5EF4-FFF2-40B4-BE49-F238E27FC236}">
                    <a16:creationId xmlns:a16="http://schemas.microsoft.com/office/drawing/2014/main" id="{2182A3A4-DAE8-1C2A-9C8E-2C047D5A77AB}"/>
                  </a:ext>
                </a:extLst>
              </p:cNvPr>
              <p:cNvSpPr/>
              <p:nvPr/>
            </p:nvSpPr>
            <p:spPr>
              <a:xfrm>
                <a:off x="4934192" y="1056229"/>
                <a:ext cx="1131757" cy="444628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99;p3">
                <a:extLst>
                  <a:ext uri="{FF2B5EF4-FFF2-40B4-BE49-F238E27FC236}">
                    <a16:creationId xmlns:a16="http://schemas.microsoft.com/office/drawing/2014/main" id="{2BD60381-33F4-4FA2-C5EF-7CA00A8084BD}"/>
                  </a:ext>
                </a:extLst>
              </p:cNvPr>
              <p:cNvSpPr/>
              <p:nvPr/>
            </p:nvSpPr>
            <p:spPr>
              <a:xfrm>
                <a:off x="4934192" y="1056229"/>
                <a:ext cx="1131757" cy="264464"/>
              </a:xfrm>
              <a:prstGeom prst="rect">
                <a:avLst/>
              </a:prstGeom>
              <a:solidFill>
                <a:srgbClr val="00C09D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4"/>
                  <a:buFont typeface="Arial"/>
                  <a:buNone/>
                </a:pPr>
                <a:endParaRPr sz="714" b="0" i="0" u="none" strike="noStrike" cap="none">
                  <a:solidFill>
                    <a:srgbClr val="002C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00;p3">
                <a:extLst>
                  <a:ext uri="{FF2B5EF4-FFF2-40B4-BE49-F238E27FC236}">
                    <a16:creationId xmlns:a16="http://schemas.microsoft.com/office/drawing/2014/main" id="{A9F850D7-883B-AB43-C27D-5EB87C6AC243}"/>
                  </a:ext>
                </a:extLst>
              </p:cNvPr>
              <p:cNvSpPr txBox="1"/>
              <p:nvPr/>
            </p:nvSpPr>
            <p:spPr>
              <a:xfrm>
                <a:off x="3506498" y="1524239"/>
                <a:ext cx="1252412" cy="1767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1100" b="1" dirty="0">
                    <a:solidFill>
                      <a:srgbClr val="FFFFFF"/>
                    </a:solidFill>
                  </a:rPr>
                  <a:t>Operational Costs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01;p3">
                <a:extLst>
                  <a:ext uri="{FF2B5EF4-FFF2-40B4-BE49-F238E27FC236}">
                    <a16:creationId xmlns:a16="http://schemas.microsoft.com/office/drawing/2014/main" id="{E30579F7-789D-2CDC-DD30-B12FE1D8A93B}"/>
                  </a:ext>
                </a:extLst>
              </p:cNvPr>
              <p:cNvSpPr txBox="1"/>
              <p:nvPr/>
            </p:nvSpPr>
            <p:spPr>
              <a:xfrm>
                <a:off x="4951196" y="1080554"/>
                <a:ext cx="1092382" cy="1767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79C16"/>
                  </a:buClr>
                  <a:buSzPts val="714"/>
                  <a:buFont typeface="Arial"/>
                  <a:buNone/>
                </a:pPr>
                <a:r>
                  <a:rPr lang="en-US" sz="1100" b="1" i="0" u="none" strike="noStrike" cap="none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Variable Costs</a:t>
                </a:r>
                <a:endParaRPr sz="11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B92E45F1-43A5-07C6-6B7E-4566D2FCF4BA}"/>
              </a:ext>
            </a:extLst>
          </p:cNvPr>
          <p:cNvSpPr txBox="1"/>
          <p:nvPr/>
        </p:nvSpPr>
        <p:spPr>
          <a:xfrm>
            <a:off x="3773337" y="3793453"/>
            <a:ext cx="319532" cy="312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grpSp>
        <p:nvGrpSpPr>
          <p:cNvPr id="136" name="Google Shape;97;p3">
            <a:extLst>
              <a:ext uri="{FF2B5EF4-FFF2-40B4-BE49-F238E27FC236}">
                <a16:creationId xmlns:a16="http://schemas.microsoft.com/office/drawing/2014/main" id="{118BE6E9-AC12-0614-3750-3CEEC11B078C}"/>
              </a:ext>
            </a:extLst>
          </p:cNvPr>
          <p:cNvGrpSpPr/>
          <p:nvPr/>
        </p:nvGrpSpPr>
        <p:grpSpPr>
          <a:xfrm>
            <a:off x="6956629" y="3993476"/>
            <a:ext cx="2261330" cy="425774"/>
            <a:chOff x="4934192" y="1056229"/>
            <a:chExt cx="1740411" cy="444628"/>
          </a:xfrm>
        </p:grpSpPr>
        <p:sp>
          <p:nvSpPr>
            <p:cNvPr id="137" name="Google Shape;98;p3">
              <a:extLst>
                <a:ext uri="{FF2B5EF4-FFF2-40B4-BE49-F238E27FC236}">
                  <a16:creationId xmlns:a16="http://schemas.microsoft.com/office/drawing/2014/main" id="{313EADC4-530E-CCB5-061B-2BC5E42EA5F2}"/>
                </a:ext>
              </a:extLst>
            </p:cNvPr>
            <p:cNvSpPr/>
            <p:nvPr/>
          </p:nvSpPr>
          <p:spPr>
            <a:xfrm>
              <a:off x="4934192" y="1056229"/>
              <a:ext cx="1131757" cy="44462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4"/>
                <a:buFont typeface="Arial"/>
                <a:buNone/>
              </a:pPr>
              <a:endParaRPr sz="714" b="0" i="0" u="none" strike="noStrike" cap="non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99;p3">
              <a:extLst>
                <a:ext uri="{FF2B5EF4-FFF2-40B4-BE49-F238E27FC236}">
                  <a16:creationId xmlns:a16="http://schemas.microsoft.com/office/drawing/2014/main" id="{77C582B6-C2F6-9699-E295-7F41774C364A}"/>
                </a:ext>
              </a:extLst>
            </p:cNvPr>
            <p:cNvSpPr/>
            <p:nvPr/>
          </p:nvSpPr>
          <p:spPr>
            <a:xfrm>
              <a:off x="4934192" y="1056229"/>
              <a:ext cx="1131757" cy="264464"/>
            </a:xfrm>
            <a:prstGeom prst="rect">
              <a:avLst/>
            </a:prstGeom>
            <a:solidFill>
              <a:srgbClr val="00C09D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4"/>
                <a:buFont typeface="Arial"/>
                <a:buNone/>
              </a:pPr>
              <a:endParaRPr sz="714" b="0" i="0" u="none" strike="noStrike" cap="none" dirty="0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01;p3">
              <a:extLst>
                <a:ext uri="{FF2B5EF4-FFF2-40B4-BE49-F238E27FC236}">
                  <a16:creationId xmlns:a16="http://schemas.microsoft.com/office/drawing/2014/main" id="{69C4E866-948D-A99C-9120-C075D494DA91}"/>
                </a:ext>
              </a:extLst>
            </p:cNvPr>
            <p:cNvSpPr txBox="1"/>
            <p:nvPr/>
          </p:nvSpPr>
          <p:spPr>
            <a:xfrm>
              <a:off x="4967996" y="1092406"/>
              <a:ext cx="1706607" cy="1928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79C16"/>
                </a:buClr>
                <a:buSzPts val="714"/>
                <a:buFont typeface="Arial"/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Unit Variable Cost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97;p3">
            <a:extLst>
              <a:ext uri="{FF2B5EF4-FFF2-40B4-BE49-F238E27FC236}">
                <a16:creationId xmlns:a16="http://schemas.microsoft.com/office/drawing/2014/main" id="{57C1C6E3-7556-9287-92F4-701943C02AD1}"/>
              </a:ext>
            </a:extLst>
          </p:cNvPr>
          <p:cNvGrpSpPr/>
          <p:nvPr/>
        </p:nvGrpSpPr>
        <p:grpSpPr>
          <a:xfrm>
            <a:off x="6967492" y="4643591"/>
            <a:ext cx="1183540" cy="425774"/>
            <a:chOff x="4934192" y="1056229"/>
            <a:chExt cx="1131757" cy="444628"/>
          </a:xfrm>
        </p:grpSpPr>
        <p:sp>
          <p:nvSpPr>
            <p:cNvPr id="146" name="Google Shape;98;p3">
              <a:extLst>
                <a:ext uri="{FF2B5EF4-FFF2-40B4-BE49-F238E27FC236}">
                  <a16:creationId xmlns:a16="http://schemas.microsoft.com/office/drawing/2014/main" id="{E90ACDEC-1760-A169-F0B5-879F22DFF03C}"/>
                </a:ext>
              </a:extLst>
            </p:cNvPr>
            <p:cNvSpPr/>
            <p:nvPr/>
          </p:nvSpPr>
          <p:spPr>
            <a:xfrm>
              <a:off x="4934192" y="1056229"/>
              <a:ext cx="1131757" cy="44462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4"/>
                <a:buFont typeface="Arial"/>
                <a:buNone/>
              </a:pPr>
              <a:endParaRPr sz="714" b="0" i="0" u="none" strike="noStrike" cap="non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99;p3">
              <a:extLst>
                <a:ext uri="{FF2B5EF4-FFF2-40B4-BE49-F238E27FC236}">
                  <a16:creationId xmlns:a16="http://schemas.microsoft.com/office/drawing/2014/main" id="{9CFC7BE5-A0A2-579D-FD02-8098C6AB3194}"/>
                </a:ext>
              </a:extLst>
            </p:cNvPr>
            <p:cNvSpPr/>
            <p:nvPr/>
          </p:nvSpPr>
          <p:spPr>
            <a:xfrm>
              <a:off x="4934192" y="1056229"/>
              <a:ext cx="1131757" cy="264464"/>
            </a:xfrm>
            <a:prstGeom prst="rect">
              <a:avLst/>
            </a:prstGeom>
            <a:solidFill>
              <a:srgbClr val="00C09D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4"/>
                <a:buFont typeface="Arial"/>
                <a:buNone/>
              </a:pPr>
              <a:endParaRPr sz="714" b="0" i="0" u="none" strike="noStrike" cap="none">
                <a:solidFill>
                  <a:srgbClr val="002C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01;p3">
              <a:extLst>
                <a:ext uri="{FF2B5EF4-FFF2-40B4-BE49-F238E27FC236}">
                  <a16:creationId xmlns:a16="http://schemas.microsoft.com/office/drawing/2014/main" id="{A6143C8A-288C-EFD8-A4DC-9BF5FAED63CA}"/>
                </a:ext>
              </a:extLst>
            </p:cNvPr>
            <p:cNvSpPr txBox="1"/>
            <p:nvPr/>
          </p:nvSpPr>
          <p:spPr>
            <a:xfrm>
              <a:off x="4951196" y="1080554"/>
              <a:ext cx="1092382" cy="1928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79C16"/>
                </a:buClr>
                <a:buSzPts val="714"/>
                <a:buFont typeface="Arial"/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Units Sold</a:t>
              </a:r>
              <a:endParaRPr sz="1200" b="1" dirty="0">
                <a:solidFill>
                  <a:srgbClr val="FFFFFF"/>
                </a:solidFill>
              </a:endParaRPr>
            </a:p>
          </p:txBody>
        </p:sp>
      </p:grp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A5CAD098-75AE-FFA5-17E1-1E7AA8899789}"/>
              </a:ext>
            </a:extLst>
          </p:cNvPr>
          <p:cNvCxnSpPr>
            <a:cxnSpLocks/>
          </p:cNvCxnSpPr>
          <p:nvPr/>
        </p:nvCxnSpPr>
        <p:spPr>
          <a:xfrm>
            <a:off x="4970889" y="3853962"/>
            <a:ext cx="677358" cy="56289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49221CC2-A2BA-34DA-A0E7-CF1343364145}"/>
              </a:ext>
            </a:extLst>
          </p:cNvPr>
          <p:cNvSpPr txBox="1"/>
          <p:nvPr/>
        </p:nvSpPr>
        <p:spPr>
          <a:xfrm>
            <a:off x="5272681" y="3394567"/>
            <a:ext cx="400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8DBE05E-D33C-0258-3F7E-1F159E06671F}"/>
              </a:ext>
            </a:extLst>
          </p:cNvPr>
          <p:cNvSpPr txBox="1"/>
          <p:nvPr/>
        </p:nvSpPr>
        <p:spPr>
          <a:xfrm>
            <a:off x="5328638" y="4382034"/>
            <a:ext cx="400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6B005C3-AB90-389D-1077-85DE2096F18F}"/>
              </a:ext>
            </a:extLst>
          </p:cNvPr>
          <p:cNvSpPr txBox="1"/>
          <p:nvPr/>
        </p:nvSpPr>
        <p:spPr>
          <a:xfrm>
            <a:off x="6946277" y="4831573"/>
            <a:ext cx="636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E5D4B71-76EA-A10F-AF52-1DC4F7D204B4}"/>
              </a:ext>
            </a:extLst>
          </p:cNvPr>
          <p:cNvSpPr txBox="1"/>
          <p:nvPr/>
        </p:nvSpPr>
        <p:spPr>
          <a:xfrm>
            <a:off x="6948266" y="4175964"/>
            <a:ext cx="400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</a:t>
            </a:r>
          </a:p>
        </p:txBody>
      </p: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CD66DFD1-8CBD-D685-8F03-69C525C2FECF}"/>
              </a:ext>
            </a:extLst>
          </p:cNvPr>
          <p:cNvCxnSpPr>
            <a:stCxn id="128" idx="3"/>
            <a:endCxn id="159" idx="1"/>
          </p:cNvCxnSpPr>
          <p:nvPr/>
        </p:nvCxnSpPr>
        <p:spPr>
          <a:xfrm>
            <a:off x="6505351" y="4306554"/>
            <a:ext cx="440926" cy="67890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A888E323-0110-06EB-5C33-32BF44EA5C08}"/>
              </a:ext>
            </a:extLst>
          </p:cNvPr>
          <p:cNvCxnSpPr>
            <a:stCxn id="126" idx="3"/>
          </p:cNvCxnSpPr>
          <p:nvPr/>
        </p:nvCxnSpPr>
        <p:spPr>
          <a:xfrm flipV="1">
            <a:off x="6528745" y="4192352"/>
            <a:ext cx="417532" cy="13289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Graphic 166" descr="Badge Unfollow with solid fill">
            <a:extLst>
              <a:ext uri="{FF2B5EF4-FFF2-40B4-BE49-F238E27FC236}">
                <a16:creationId xmlns:a16="http://schemas.microsoft.com/office/drawing/2014/main" id="{1F7099E5-AE42-DC9A-7EA7-51D8515CE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564" y="3066319"/>
            <a:ext cx="388441" cy="388441"/>
          </a:xfrm>
          <a:prstGeom prst="rect">
            <a:avLst/>
          </a:prstGeom>
        </p:spPr>
      </p:pic>
      <p:pic>
        <p:nvPicPr>
          <p:cNvPr id="171" name="Graphic 170" descr="Badge Cross with solid fill">
            <a:extLst>
              <a:ext uri="{FF2B5EF4-FFF2-40B4-BE49-F238E27FC236}">
                <a16:creationId xmlns:a16="http://schemas.microsoft.com/office/drawing/2014/main" id="{A91DB72D-0155-2702-785F-EB8AB96A84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8965" y="2182359"/>
            <a:ext cx="400079" cy="400079"/>
          </a:xfrm>
          <a:prstGeom prst="rect">
            <a:avLst/>
          </a:prstGeom>
        </p:spPr>
      </p:pic>
      <p:pic>
        <p:nvPicPr>
          <p:cNvPr id="172" name="Graphic 171" descr="Badge Cross with solid fill">
            <a:extLst>
              <a:ext uri="{FF2B5EF4-FFF2-40B4-BE49-F238E27FC236}">
                <a16:creationId xmlns:a16="http://schemas.microsoft.com/office/drawing/2014/main" id="{4EEFDA0B-D5C9-FAC4-B695-0ADA12EC21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6522591" y="4251081"/>
            <a:ext cx="432049" cy="432049"/>
          </a:xfrm>
          <a:prstGeom prst="rect">
            <a:avLst/>
          </a:prstGeom>
        </p:spPr>
      </p:pic>
      <p:pic>
        <p:nvPicPr>
          <p:cNvPr id="173" name="Graphic 172" descr="Badge Cross with solid fill">
            <a:extLst>
              <a:ext uri="{FF2B5EF4-FFF2-40B4-BE49-F238E27FC236}">
                <a16:creationId xmlns:a16="http://schemas.microsoft.com/office/drawing/2014/main" id="{CD39DF96-B8FF-05DE-250A-341433258D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3585079" y="4316003"/>
            <a:ext cx="432049" cy="4320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On-screen Show (4:3)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Quattrocento Sans</vt:lpstr>
      <vt:lpstr>Synergy_CF_YNR002</vt:lpstr>
      <vt:lpstr>Monalco Value Driver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Mingyu Liu</cp:lastModifiedBy>
  <cp:revision>1</cp:revision>
  <dcterms:modified xsi:type="dcterms:W3CDTF">2024-08-01T19:30:31Z</dcterms:modified>
</cp:coreProperties>
</file>